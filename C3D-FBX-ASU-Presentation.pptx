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71" r:id="rId1"/>
  </p:sldMasterIdLst>
  <p:notesMasterIdLst>
    <p:notesMasterId r:id="rId20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F5F30D-BF8C-4BAF-8CEB-C0A2A224CCB9}">
  <a:tblStyle styleId="{DEF5F30D-BF8C-4BAF-8CEB-C0A2A224CCB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ADE62C8-8AD5-4D61-B83B-5D1A4219DD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3"/>
    <p:restoredTop sz="94699"/>
  </p:normalViewPr>
  <p:slideViewPr>
    <p:cSldViewPr snapToGrid="0">
      <p:cViewPr>
        <p:scale>
          <a:sx n="200" d="100"/>
          <a:sy n="200" d="100"/>
        </p:scale>
        <p:origin x="13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ba6e64166c_5_3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ba6e64166c_5_3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ba6e64166c_5_3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ba6e64166c_5_3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ba6e64166c_5_3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ba6e64166c_5_3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ba6e64166c_5_3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3ba6e64166c_5_3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ba6e64166c_5_3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3ba6e64166c_5_3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ba6e64166c_5_3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3ba6e64166c_5_3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ba6e64166c_5_3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ba6e64166c_5_3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ba6e64166c_5_3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3ba6e64166c_5_3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his is ASU's official presentation template ⇨">
  <p:cSld name="CUSTOM_37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6424" t="21559" r="59273" b="21284"/>
          <a:stretch/>
        </p:blipFill>
        <p:spPr>
          <a:xfrm>
            <a:off x="338325" y="297225"/>
            <a:ext cx="910050" cy="4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38325" y="892300"/>
            <a:ext cx="8467500" cy="25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>
                <a:solidFill>
                  <a:schemeClr val="dk1"/>
                </a:solidFill>
              </a:rPr>
              <a:t>Official 2026</a:t>
            </a:r>
            <a:br>
              <a:rPr lang="en" sz="6600" b="1">
                <a:solidFill>
                  <a:schemeClr val="dk1"/>
                </a:solidFill>
              </a:rPr>
            </a:br>
            <a:r>
              <a:rPr lang="en" sz="6600" b="1">
                <a:solidFill>
                  <a:schemeClr val="dk1"/>
                </a:solidFill>
              </a:rPr>
              <a:t>ASU presentation template </a:t>
            </a:r>
            <a:endParaRPr sz="6600" b="1">
              <a:solidFill>
                <a:schemeClr val="dk1"/>
              </a:solidFill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38325" y="3756100"/>
            <a:ext cx="8467500" cy="1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highlight>
                  <a:schemeClr val="dk1"/>
                </a:highlight>
              </a:rPr>
              <a:t>Provided by ASU Enterprise </a:t>
            </a:r>
            <a:br>
              <a:rPr lang="en" sz="3600" b="1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n" sz="3600" b="1">
                <a:solidFill>
                  <a:schemeClr val="lt1"/>
                </a:solidFill>
                <a:highlight>
                  <a:schemeClr val="dk1"/>
                </a:highlight>
              </a:rPr>
              <a:t>Brand Strategy and Management</a:t>
            </a:r>
            <a:endParaRPr sz="3600" b="1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Resources and tips">
  <p:cSld name="CUSTOM_38">
    <p:bg>
      <p:bgPr>
        <a:solidFill>
          <a:schemeClr val="lt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2294950" y="320050"/>
            <a:ext cx="6635700" cy="45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6000" b="1"/>
              <a:t>Find more ASU layouts, graphics and tools</a:t>
            </a:r>
            <a:r>
              <a:rPr lang="en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6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500"/>
              </a:spcBef>
              <a:spcAft>
                <a:spcPts val="150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4000" b="1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https://links.asu.edu/</a:t>
            </a:r>
            <a:br>
              <a:rPr lang="en" sz="4000" b="1" i="0" u="none" strike="noStrike" cap="none">
                <a:solidFill>
                  <a:srgbClr val="191919"/>
                </a:solidFill>
                <a:highlight>
                  <a:srgbClr val="FFC627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" sz="4000" b="1">
                <a:solidFill>
                  <a:srgbClr val="191919"/>
                </a:solidFill>
                <a:highlight>
                  <a:srgbClr val="FFC627"/>
                </a:highlight>
              </a:rPr>
              <a:t>o</a:t>
            </a:r>
            <a:r>
              <a:rPr lang="en" sz="4000" b="1" i="0" u="none" strike="noStrike" cap="none">
                <a:solidFill>
                  <a:srgbClr val="191919"/>
                </a:solidFill>
                <a:highlight>
                  <a:srgbClr val="FFC627"/>
                </a:highlight>
                <a:latin typeface="Arial"/>
                <a:ea typeface="Arial"/>
                <a:cs typeface="Arial"/>
                <a:sym typeface="Arial"/>
              </a:rPr>
              <a:t>fficia</a:t>
            </a:r>
            <a:r>
              <a:rPr lang="en" sz="4000" b="1" i="0" u="none" strike="noStrike" cap="non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  <a:cs typeface="Arial"/>
                <a:sym typeface="Arial"/>
              </a:rPr>
              <a:t>l-presentation-</a:t>
            </a:r>
            <a:r>
              <a:rPr lang="en" sz="4000" b="1">
                <a:solidFill>
                  <a:schemeClr val="dk1"/>
                </a:solidFill>
                <a:highlight>
                  <a:srgbClr val="FFC627"/>
                </a:highlight>
              </a:rPr>
              <a:t>toolkit</a:t>
            </a:r>
            <a:endParaRPr sz="1900" b="1" i="0" u="none" strike="noStrike" cap="none">
              <a:solidFill>
                <a:schemeClr val="dk1"/>
              </a:solidFill>
              <a:highlight>
                <a:srgbClr val="FFC62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Blank slide">
  <p:cSld name="CUSTOM_35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Blank slide with logo">
  <p:cSld name="CUSTOM_34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5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slide">
  <p:cSld name="CUSTOM_36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9E9E9E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with logo">
  <p:cSld name="CUSTOM_36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9E9E9E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38325" y="733600"/>
            <a:ext cx="8467200" cy="158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Opening title →">
  <p:cSld name="CUSTOM_21_2">
    <p:bg>
      <p:bgPr>
        <a:solidFill>
          <a:schemeClr val="accent5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/>
        </p:nvSpPr>
        <p:spPr>
          <a:xfrm>
            <a:off x="2577575" y="0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Opening title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Opening title">
  <p:cSld name="CUSTOM_20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ctrTitle"/>
          </p:nvPr>
        </p:nvSpPr>
        <p:spPr>
          <a:xfrm>
            <a:off x="338325" y="892300"/>
            <a:ext cx="8467500" cy="2538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38325" y="3431250"/>
            <a:ext cx="4279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5007500" y="4176350"/>
            <a:ext cx="3798300" cy="6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9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3993" t="13045" r="2039" b="14158"/>
          <a:stretch/>
        </p:blipFill>
        <p:spPr>
          <a:xfrm>
            <a:off x="237878" y="204978"/>
            <a:ext cx="3224750" cy="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Opening title — alt">
  <p:cSld name="CUSTOM_20_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4617600" y="3871400"/>
            <a:ext cx="4188000" cy="97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342900" y="1297750"/>
            <a:ext cx="8458200" cy="233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ubTitle" idx="2"/>
          </p:nvPr>
        </p:nvSpPr>
        <p:spPr>
          <a:xfrm>
            <a:off x="342900" y="318250"/>
            <a:ext cx="5738100" cy="97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0" name="Google Shape;50;p10"/>
          <p:cNvSpPr/>
          <p:nvPr/>
        </p:nvSpPr>
        <p:spPr>
          <a:xfrm>
            <a:off x="-346025" y="4340400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10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3993" t="13045" r="2039" b="14158"/>
          <a:stretch/>
        </p:blipFill>
        <p:spPr>
          <a:xfrm>
            <a:off x="245248" y="4257601"/>
            <a:ext cx="3224750" cy="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>
          <p15:clr>
            <a:srgbClr val="00F0E1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Opening title – pattern">
  <p:cSld name="CUSTOM_23_1_1_1_1_1_1_2_1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1" title="251117 YIR Spotify Wrapped_Network - Full page - Light_FINAL.png"/>
          <p:cNvPicPr preferRelativeResize="0"/>
          <p:nvPr/>
        </p:nvPicPr>
        <p:blipFill rotWithShape="1">
          <a:blip r:embed="rId2">
            <a:alphaModFix/>
          </a:blip>
          <a:srcRect l="9" r="19" b="33302"/>
          <a:stretch/>
        </p:blipFill>
        <p:spPr>
          <a:xfrm>
            <a:off x="0" y="-1725"/>
            <a:ext cx="9143998" cy="34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5007500" y="3871400"/>
            <a:ext cx="3798000" cy="97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2"/>
          </p:nvPr>
        </p:nvSpPr>
        <p:spPr>
          <a:xfrm>
            <a:off x="338325" y="2989575"/>
            <a:ext cx="38850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338325" y="320046"/>
            <a:ext cx="8464500" cy="2688000"/>
          </a:xfrm>
          <a:prstGeom prst="rect">
            <a:avLst/>
          </a:prstGeom>
          <a:noFill/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pic>
        <p:nvPicPr>
          <p:cNvPr id="58" name="Google Shape;58;p11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l="3993" t="13045" r="2039" b="14158"/>
          <a:stretch/>
        </p:blipFill>
        <p:spPr>
          <a:xfrm>
            <a:off x="245248" y="4257601"/>
            <a:ext cx="3224750" cy="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>
          <p15:clr>
            <a:srgbClr val="00F0E1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3 Opening title – photo">
  <p:cSld name="CUSTOM_23_1_1_1_1_1_1_2_1_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>
            <a:spLocks noGrp="1"/>
          </p:cNvSpPr>
          <p:nvPr>
            <p:ph type="pic" idx="2"/>
          </p:nvPr>
        </p:nvSpPr>
        <p:spPr>
          <a:xfrm>
            <a:off x="0" y="-9225"/>
            <a:ext cx="9153300" cy="298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12"/>
          <p:cNvSpPr/>
          <p:nvPr/>
        </p:nvSpPr>
        <p:spPr>
          <a:xfrm>
            <a:off x="336450" y="2295050"/>
            <a:ext cx="8469300" cy="113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342900" y="2294926"/>
            <a:ext cx="8458200" cy="113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18287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5007500" y="3871400"/>
            <a:ext cx="3798000" cy="50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ubTitle" idx="3"/>
          </p:nvPr>
        </p:nvSpPr>
        <p:spPr>
          <a:xfrm>
            <a:off x="342900" y="1719013"/>
            <a:ext cx="4188000" cy="5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highlight>
                  <a:schemeClr val="accent1"/>
                </a:highlight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2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3993" t="13045" r="2039" b="14158"/>
          <a:stretch/>
        </p:blipFill>
        <p:spPr>
          <a:xfrm>
            <a:off x="245248" y="4257601"/>
            <a:ext cx="3224750" cy="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>
          <p15:clr>
            <a:srgbClr val="00F0E1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Agenda, schedule options →">
  <p:cSld name="CUSTOM_21_1">
    <p:bg>
      <p:bgPr>
        <a:solidFill>
          <a:schemeClr val="accent5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/>
        </p:nvSpPr>
        <p:spPr>
          <a:xfrm>
            <a:off x="2577575" y="50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Agenda, schedule, </a:t>
            </a:r>
            <a:b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</a:b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table of contents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9187650" y="41988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1 Agenda slide">
  <p:cSld name="CUSTOM_20_1_4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335425" y="320125"/>
            <a:ext cx="3115800" cy="453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75" name="Google Shape;75;p14"/>
          <p:cNvCxnSpPr/>
          <p:nvPr/>
        </p:nvCxnSpPr>
        <p:spPr>
          <a:xfrm>
            <a:off x="3787025" y="1830575"/>
            <a:ext cx="0" cy="1515900"/>
          </a:xfrm>
          <a:prstGeom prst="straightConnector1">
            <a:avLst/>
          </a:prstGeom>
          <a:noFill/>
          <a:ln w="7620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4197100" y="320050"/>
            <a:ext cx="4608600" cy="453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2 Agenda slide">
  <p:cSld name="CUSTOM_20_1_3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2239200" cy="4530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526400" y="320050"/>
            <a:ext cx="4278900" cy="4530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15" title="bracket-regula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056875" y="1299642"/>
            <a:ext cx="944643" cy="2571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resenters, profiles options →">
  <p:cSld name="CUSTOM_21_1_1">
    <p:bg>
      <p:bgPr>
        <a:solidFill>
          <a:schemeClr val="accent5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2577575" y="0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Presenters 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and profiles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resenters — 4 person">
  <p:cSld name="CUSTOM_23_1_1_1_1_1_1_2_1_1_1_1_2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>
            <a:spLocks noGrp="1"/>
          </p:cNvSpPr>
          <p:nvPr>
            <p:ph type="pic" idx="2"/>
          </p:nvPr>
        </p:nvSpPr>
        <p:spPr>
          <a:xfrm>
            <a:off x="338350" y="1300474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38350" y="3081525"/>
            <a:ext cx="2075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 i="0" u="none" strike="noStrike" cap="none">
                <a:solidFill>
                  <a:schemeClr val="accent2"/>
                </a:solidFill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 i="0" u="none" strike="noStrike" cap="none">
                <a:solidFill>
                  <a:schemeClr val="accent2"/>
                </a:solidFill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>
            <a:spLocks noGrp="1"/>
          </p:cNvSpPr>
          <p:nvPr>
            <p:ph type="pic" idx="3"/>
          </p:nvPr>
        </p:nvSpPr>
        <p:spPr>
          <a:xfrm>
            <a:off x="2470593" y="1300474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7"/>
          <p:cNvSpPr>
            <a:spLocks noGrp="1"/>
          </p:cNvSpPr>
          <p:nvPr>
            <p:ph type="pic" idx="4"/>
          </p:nvPr>
        </p:nvSpPr>
        <p:spPr>
          <a:xfrm>
            <a:off x="4602836" y="1300474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7"/>
          <p:cNvSpPr>
            <a:spLocks noGrp="1"/>
          </p:cNvSpPr>
          <p:nvPr>
            <p:ph type="pic" idx="5"/>
          </p:nvPr>
        </p:nvSpPr>
        <p:spPr>
          <a:xfrm>
            <a:off x="6726492" y="1300474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7"/>
          <p:cNvSpPr txBox="1">
            <a:spLocks noGrp="1"/>
          </p:cNvSpPr>
          <p:nvPr>
            <p:ph type="body" idx="6"/>
          </p:nvPr>
        </p:nvSpPr>
        <p:spPr>
          <a:xfrm>
            <a:off x="338350" y="3300900"/>
            <a:ext cx="20757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38325" y="326225"/>
            <a:ext cx="84675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7"/>
          </p:nvPr>
        </p:nvSpPr>
        <p:spPr>
          <a:xfrm>
            <a:off x="338325" y="712225"/>
            <a:ext cx="8467500" cy="16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8"/>
          </p:nvPr>
        </p:nvSpPr>
        <p:spPr>
          <a:xfrm>
            <a:off x="2470593" y="3081525"/>
            <a:ext cx="2075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 i="0" u="none" strike="noStrike" cap="none">
                <a:solidFill>
                  <a:schemeClr val="accent2"/>
                </a:solidFill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 i="0" u="none" strike="noStrike" cap="none">
                <a:solidFill>
                  <a:schemeClr val="accent2"/>
                </a:solidFill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9"/>
          </p:nvPr>
        </p:nvSpPr>
        <p:spPr>
          <a:xfrm>
            <a:off x="2470595" y="3300900"/>
            <a:ext cx="20757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3"/>
          </p:nvPr>
        </p:nvSpPr>
        <p:spPr>
          <a:xfrm>
            <a:off x="4602836" y="3081525"/>
            <a:ext cx="2075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 i="0" u="none" strike="noStrike" cap="none">
                <a:solidFill>
                  <a:schemeClr val="accent2"/>
                </a:solidFill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 i="0" u="none" strike="noStrike" cap="none">
                <a:solidFill>
                  <a:schemeClr val="accent2"/>
                </a:solidFill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4"/>
          </p:nvPr>
        </p:nvSpPr>
        <p:spPr>
          <a:xfrm>
            <a:off x="4602840" y="3300900"/>
            <a:ext cx="20757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5"/>
          </p:nvPr>
        </p:nvSpPr>
        <p:spPr>
          <a:xfrm>
            <a:off x="6726492" y="3081525"/>
            <a:ext cx="2075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 i="0" u="none" strike="noStrike" cap="none">
                <a:solidFill>
                  <a:schemeClr val="accent2"/>
                </a:solidFill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 i="0" u="none" strike="noStrike" cap="none">
                <a:solidFill>
                  <a:schemeClr val="accent2"/>
                </a:solidFill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 i="0" u="none" strike="noStrike" cap="none">
                <a:solidFill>
                  <a:schemeClr val="accent2"/>
                </a:solidFill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1400" i="0" u="none" strike="noStrike" cap="none">
                <a:solidFill>
                  <a:schemeClr val="accent2"/>
                </a:solidFill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400"/>
              <a:buChar char="■"/>
              <a:defRPr sz="1400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16"/>
          </p:nvPr>
        </p:nvSpPr>
        <p:spPr>
          <a:xfrm>
            <a:off x="6726498" y="3300900"/>
            <a:ext cx="20757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resenters — 8 person">
  <p:cSld name="CUSTOM_23_1_1_1_1_1_1_2_1_1_1_1_2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>
            <a:spLocks noGrp="1"/>
          </p:cNvSpPr>
          <p:nvPr>
            <p:ph type="pic" idx="2"/>
          </p:nvPr>
        </p:nvSpPr>
        <p:spPr>
          <a:xfrm>
            <a:off x="343050" y="1104347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43050" y="1928296"/>
            <a:ext cx="19419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>
            <a:spLocks noGrp="1"/>
          </p:cNvSpPr>
          <p:nvPr>
            <p:ph type="pic" idx="3"/>
          </p:nvPr>
        </p:nvSpPr>
        <p:spPr>
          <a:xfrm>
            <a:off x="2469333" y="1104347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8"/>
          <p:cNvSpPr>
            <a:spLocks noGrp="1"/>
          </p:cNvSpPr>
          <p:nvPr>
            <p:ph type="pic" idx="4"/>
          </p:nvPr>
        </p:nvSpPr>
        <p:spPr>
          <a:xfrm>
            <a:off x="4617726" y="1104347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8"/>
          <p:cNvSpPr>
            <a:spLocks noGrp="1"/>
          </p:cNvSpPr>
          <p:nvPr>
            <p:ph type="pic" idx="5"/>
          </p:nvPr>
        </p:nvSpPr>
        <p:spPr>
          <a:xfrm>
            <a:off x="6819699" y="1104347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8"/>
          <p:cNvSpPr>
            <a:spLocks noGrp="1"/>
          </p:cNvSpPr>
          <p:nvPr>
            <p:ph type="pic" idx="6"/>
          </p:nvPr>
        </p:nvSpPr>
        <p:spPr>
          <a:xfrm>
            <a:off x="343050" y="279621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8"/>
          <p:cNvSpPr>
            <a:spLocks noGrp="1"/>
          </p:cNvSpPr>
          <p:nvPr>
            <p:ph type="pic" idx="7"/>
          </p:nvPr>
        </p:nvSpPr>
        <p:spPr>
          <a:xfrm>
            <a:off x="2501933" y="279621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8"/>
          <p:cNvSpPr>
            <a:spLocks noGrp="1"/>
          </p:cNvSpPr>
          <p:nvPr>
            <p:ph type="pic" idx="8"/>
          </p:nvPr>
        </p:nvSpPr>
        <p:spPr>
          <a:xfrm>
            <a:off x="4617726" y="279621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8"/>
          <p:cNvSpPr>
            <a:spLocks noGrp="1"/>
          </p:cNvSpPr>
          <p:nvPr>
            <p:ph type="pic" idx="9"/>
          </p:nvPr>
        </p:nvSpPr>
        <p:spPr>
          <a:xfrm>
            <a:off x="6819699" y="279621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8"/>
          <p:cNvSpPr txBox="1">
            <a:spLocks noGrp="1"/>
          </p:cNvSpPr>
          <p:nvPr>
            <p:ph type="body" idx="13"/>
          </p:nvPr>
        </p:nvSpPr>
        <p:spPr>
          <a:xfrm>
            <a:off x="343050" y="2154504"/>
            <a:ext cx="19419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14"/>
          </p:nvPr>
        </p:nvSpPr>
        <p:spPr>
          <a:xfrm>
            <a:off x="2469333" y="1928296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5"/>
          </p:nvPr>
        </p:nvSpPr>
        <p:spPr>
          <a:xfrm>
            <a:off x="2469333" y="2154504"/>
            <a:ext cx="199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6"/>
          </p:nvPr>
        </p:nvSpPr>
        <p:spPr>
          <a:xfrm>
            <a:off x="4617726" y="1928296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7"/>
          </p:nvPr>
        </p:nvSpPr>
        <p:spPr>
          <a:xfrm>
            <a:off x="4617726" y="2154504"/>
            <a:ext cx="199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8"/>
          </p:nvPr>
        </p:nvSpPr>
        <p:spPr>
          <a:xfrm>
            <a:off x="6819699" y="1928296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9"/>
          </p:nvPr>
        </p:nvSpPr>
        <p:spPr>
          <a:xfrm>
            <a:off x="6819699" y="2154504"/>
            <a:ext cx="199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0"/>
          </p:nvPr>
        </p:nvSpPr>
        <p:spPr>
          <a:xfrm>
            <a:off x="343050" y="3656123"/>
            <a:ext cx="19419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21"/>
          </p:nvPr>
        </p:nvSpPr>
        <p:spPr>
          <a:xfrm>
            <a:off x="2469333" y="3656123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22"/>
          </p:nvPr>
        </p:nvSpPr>
        <p:spPr>
          <a:xfrm>
            <a:off x="2469333" y="3873878"/>
            <a:ext cx="19908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23"/>
          </p:nvPr>
        </p:nvSpPr>
        <p:spPr>
          <a:xfrm>
            <a:off x="4617726" y="3656123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24"/>
          </p:nvPr>
        </p:nvSpPr>
        <p:spPr>
          <a:xfrm>
            <a:off x="4617726" y="3873872"/>
            <a:ext cx="19908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5"/>
          </p:nvPr>
        </p:nvSpPr>
        <p:spPr>
          <a:xfrm>
            <a:off x="6819699" y="3656123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 b="1" i="0" u="none" strike="noStrike" cap="none">
                <a:solidFill>
                  <a:schemeClr val="accent2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 b="1" i="0" u="none" strike="noStrike" cap="none">
                <a:solidFill>
                  <a:schemeClr val="accent2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Char char="■"/>
              <a:defRPr sz="1200" b="1" i="0" u="none" strike="noStrike" cap="none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26"/>
          </p:nvPr>
        </p:nvSpPr>
        <p:spPr>
          <a:xfrm>
            <a:off x="6819699" y="3873871"/>
            <a:ext cx="19908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27"/>
          </p:nvPr>
        </p:nvSpPr>
        <p:spPr>
          <a:xfrm>
            <a:off x="343050" y="3873878"/>
            <a:ext cx="1941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38325" y="326225"/>
            <a:ext cx="84675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28"/>
          </p:nvPr>
        </p:nvSpPr>
        <p:spPr>
          <a:xfrm>
            <a:off x="338325" y="712225"/>
            <a:ext cx="8467500" cy="16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resenters — 6 person">
  <p:cSld name="CUSTOM_23_1_1_1_1_1_1_2_1_1_1_1_2_2_1_1"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>
            <a:spLocks noGrp="1"/>
          </p:cNvSpPr>
          <p:nvPr>
            <p:ph type="pic" idx="2"/>
          </p:nvPr>
        </p:nvSpPr>
        <p:spPr>
          <a:xfrm>
            <a:off x="338325" y="1312096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1677475" y="1304621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>
            <a:spLocks noGrp="1"/>
          </p:cNvSpPr>
          <p:nvPr>
            <p:ph type="pic" idx="3"/>
          </p:nvPr>
        </p:nvSpPr>
        <p:spPr>
          <a:xfrm>
            <a:off x="338325" y="3015074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9"/>
          <p:cNvSpPr txBox="1">
            <a:spLocks noGrp="1"/>
          </p:cNvSpPr>
          <p:nvPr>
            <p:ph type="body" idx="4"/>
          </p:nvPr>
        </p:nvSpPr>
        <p:spPr>
          <a:xfrm>
            <a:off x="1677475" y="3003224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>
            <a:spLocks noGrp="1"/>
          </p:cNvSpPr>
          <p:nvPr>
            <p:ph type="pic" idx="5"/>
          </p:nvPr>
        </p:nvSpPr>
        <p:spPr>
          <a:xfrm>
            <a:off x="3211988" y="1312096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9"/>
          <p:cNvSpPr txBox="1">
            <a:spLocks noGrp="1"/>
          </p:cNvSpPr>
          <p:nvPr>
            <p:ph type="body" idx="6"/>
          </p:nvPr>
        </p:nvSpPr>
        <p:spPr>
          <a:xfrm>
            <a:off x="4612625" y="1304621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>
            <a:spLocks noGrp="1"/>
          </p:cNvSpPr>
          <p:nvPr>
            <p:ph type="pic" idx="7"/>
          </p:nvPr>
        </p:nvSpPr>
        <p:spPr>
          <a:xfrm>
            <a:off x="3211988" y="3015074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9"/>
          <p:cNvSpPr txBox="1">
            <a:spLocks noGrp="1"/>
          </p:cNvSpPr>
          <p:nvPr>
            <p:ph type="body" idx="8"/>
          </p:nvPr>
        </p:nvSpPr>
        <p:spPr>
          <a:xfrm>
            <a:off x="4612625" y="3003224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>
            <a:spLocks noGrp="1"/>
          </p:cNvSpPr>
          <p:nvPr>
            <p:ph type="pic" idx="9"/>
          </p:nvPr>
        </p:nvSpPr>
        <p:spPr>
          <a:xfrm>
            <a:off x="6085650" y="1312096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9"/>
          <p:cNvSpPr txBox="1">
            <a:spLocks noGrp="1"/>
          </p:cNvSpPr>
          <p:nvPr>
            <p:ph type="body" idx="13"/>
          </p:nvPr>
        </p:nvSpPr>
        <p:spPr>
          <a:xfrm>
            <a:off x="7547775" y="1304621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>
            <a:spLocks noGrp="1"/>
          </p:cNvSpPr>
          <p:nvPr>
            <p:ph type="pic" idx="14"/>
          </p:nvPr>
        </p:nvSpPr>
        <p:spPr>
          <a:xfrm>
            <a:off x="6085650" y="3015074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9"/>
          <p:cNvSpPr txBox="1">
            <a:spLocks noGrp="1"/>
          </p:cNvSpPr>
          <p:nvPr>
            <p:ph type="body" idx="15"/>
          </p:nvPr>
        </p:nvSpPr>
        <p:spPr>
          <a:xfrm>
            <a:off x="7547775" y="3003224"/>
            <a:ext cx="12576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1pPr>
            <a:lvl2pPr marL="914400" marR="0" lvl="1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b="1" i="0" u="none" strike="noStrike" cap="none">
                <a:solidFill>
                  <a:srgbClr val="000000"/>
                </a:solidFill>
              </a:defRPr>
            </a:lvl2pPr>
            <a:lvl3pPr marL="1371600" marR="0" lvl="2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3pPr>
            <a:lvl4pPr marL="1828800" marR="0" lvl="3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4pPr>
            <a:lvl5pPr marL="2286000" marR="0" lvl="4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5pPr>
            <a:lvl6pPr marL="2743200" marR="0" lvl="5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6pPr>
            <a:lvl7pPr marL="3200400" marR="0" lvl="6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b="1" i="0" u="none" strike="noStrike" cap="none">
                <a:solidFill>
                  <a:srgbClr val="000000"/>
                </a:solidFill>
              </a:defRPr>
            </a:lvl7pPr>
            <a:lvl8pPr marL="3657600" marR="0" lvl="7" indent="-3175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b="1" i="0" u="none" strike="noStrike" cap="none">
                <a:solidFill>
                  <a:srgbClr val="000000"/>
                </a:solidFill>
              </a:defRPr>
            </a:lvl8pPr>
            <a:lvl9pPr marL="4114800" marR="0" lvl="8" indent="-3175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b="1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338325" y="326225"/>
            <a:ext cx="84675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16"/>
          </p:nvPr>
        </p:nvSpPr>
        <p:spPr>
          <a:xfrm>
            <a:off x="338325" y="712225"/>
            <a:ext cx="8467500" cy="16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resenters — 9 person">
  <p:cSld name="CUSTOM_23_1_1_1_1_1_1_2_1_1_1_1_2_2_1_2"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15108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body" idx="2"/>
          </p:nvPr>
        </p:nvSpPr>
        <p:spPr>
          <a:xfrm>
            <a:off x="4473838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3"/>
          </p:nvPr>
        </p:nvSpPr>
        <p:spPr>
          <a:xfrm>
            <a:off x="15108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4"/>
          </p:nvPr>
        </p:nvSpPr>
        <p:spPr>
          <a:xfrm>
            <a:off x="15108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5"/>
          </p:nvPr>
        </p:nvSpPr>
        <p:spPr>
          <a:xfrm>
            <a:off x="4473838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6"/>
          </p:nvPr>
        </p:nvSpPr>
        <p:spPr>
          <a:xfrm>
            <a:off x="4473838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7"/>
          </p:nvPr>
        </p:nvSpPr>
        <p:spPr>
          <a:xfrm>
            <a:off x="743681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8"/>
          </p:nvPr>
        </p:nvSpPr>
        <p:spPr>
          <a:xfrm>
            <a:off x="743681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>
            <a:spLocks noGrp="1"/>
          </p:cNvSpPr>
          <p:nvPr>
            <p:ph type="pic" idx="9"/>
          </p:nvPr>
        </p:nvSpPr>
        <p:spPr>
          <a:xfrm>
            <a:off x="339175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20"/>
          <p:cNvSpPr>
            <a:spLocks noGrp="1"/>
          </p:cNvSpPr>
          <p:nvPr>
            <p:ph type="pic" idx="13"/>
          </p:nvPr>
        </p:nvSpPr>
        <p:spPr>
          <a:xfrm>
            <a:off x="339175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0"/>
          <p:cNvSpPr>
            <a:spLocks noGrp="1"/>
          </p:cNvSpPr>
          <p:nvPr>
            <p:ph type="pic" idx="14"/>
          </p:nvPr>
        </p:nvSpPr>
        <p:spPr>
          <a:xfrm>
            <a:off x="339175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0"/>
          <p:cNvSpPr>
            <a:spLocks noGrp="1"/>
          </p:cNvSpPr>
          <p:nvPr>
            <p:ph type="pic" idx="15"/>
          </p:nvPr>
        </p:nvSpPr>
        <p:spPr>
          <a:xfrm>
            <a:off x="3295006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20"/>
          <p:cNvSpPr>
            <a:spLocks noGrp="1"/>
          </p:cNvSpPr>
          <p:nvPr>
            <p:ph type="pic" idx="16"/>
          </p:nvPr>
        </p:nvSpPr>
        <p:spPr>
          <a:xfrm>
            <a:off x="3295000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20"/>
          <p:cNvSpPr>
            <a:spLocks noGrp="1"/>
          </p:cNvSpPr>
          <p:nvPr>
            <p:ph type="pic" idx="17"/>
          </p:nvPr>
        </p:nvSpPr>
        <p:spPr>
          <a:xfrm>
            <a:off x="3295000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0"/>
          <p:cNvSpPr>
            <a:spLocks noGrp="1"/>
          </p:cNvSpPr>
          <p:nvPr>
            <p:ph type="pic" idx="18"/>
          </p:nvPr>
        </p:nvSpPr>
        <p:spPr>
          <a:xfrm>
            <a:off x="6250837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20"/>
          <p:cNvSpPr>
            <a:spLocks noGrp="1"/>
          </p:cNvSpPr>
          <p:nvPr>
            <p:ph type="pic" idx="19"/>
          </p:nvPr>
        </p:nvSpPr>
        <p:spPr>
          <a:xfrm>
            <a:off x="6250837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20"/>
          <p:cNvSpPr>
            <a:spLocks noGrp="1"/>
          </p:cNvSpPr>
          <p:nvPr>
            <p:ph type="pic" idx="20"/>
          </p:nvPr>
        </p:nvSpPr>
        <p:spPr>
          <a:xfrm>
            <a:off x="6250837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20"/>
          <p:cNvSpPr txBox="1">
            <a:spLocks noGrp="1"/>
          </p:cNvSpPr>
          <p:nvPr>
            <p:ph type="body" idx="21"/>
          </p:nvPr>
        </p:nvSpPr>
        <p:spPr>
          <a:xfrm>
            <a:off x="743681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22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resenters — 2 person">
  <p:cSld name="CUSTOM_22_1_1_1_1_1_1_1_1_1_1_1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>
            <a:spLocks noGrp="1"/>
          </p:cNvSpPr>
          <p:nvPr>
            <p:ph type="pic" idx="2"/>
          </p:nvPr>
        </p:nvSpPr>
        <p:spPr>
          <a:xfrm>
            <a:off x="3451275" y="320050"/>
            <a:ext cx="2597400" cy="29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1"/>
          <p:cNvSpPr>
            <a:spLocks noGrp="1"/>
          </p:cNvSpPr>
          <p:nvPr>
            <p:ph type="pic" idx="3"/>
          </p:nvPr>
        </p:nvSpPr>
        <p:spPr>
          <a:xfrm>
            <a:off x="6181783" y="320050"/>
            <a:ext cx="2597400" cy="29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1"/>
          <p:cNvSpPr txBox="1">
            <a:spLocks noGrp="1"/>
          </p:cNvSpPr>
          <p:nvPr>
            <p:ph type="body" idx="1"/>
          </p:nvPr>
        </p:nvSpPr>
        <p:spPr>
          <a:xfrm>
            <a:off x="3451275" y="3431250"/>
            <a:ext cx="2640300" cy="942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4"/>
          </p:nvPr>
        </p:nvSpPr>
        <p:spPr>
          <a:xfrm>
            <a:off x="6195354" y="3431250"/>
            <a:ext cx="2610300" cy="942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338325" y="320100"/>
            <a:ext cx="27114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5"/>
          </p:nvPr>
        </p:nvSpPr>
        <p:spPr>
          <a:xfrm>
            <a:off x="338325" y="154075"/>
            <a:ext cx="27114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resenters — 3 person">
  <p:cSld name="CUSTOM_23_1_1_1_1_1_1_1_1_1_1_1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>
            <a:spLocks noGrp="1"/>
          </p:cNvSpPr>
          <p:nvPr>
            <p:ph type="pic" idx="2"/>
          </p:nvPr>
        </p:nvSpPr>
        <p:spPr>
          <a:xfrm>
            <a:off x="3355850" y="320090"/>
            <a:ext cx="1730700" cy="226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2"/>
          <p:cNvSpPr>
            <a:spLocks noGrp="1"/>
          </p:cNvSpPr>
          <p:nvPr>
            <p:ph type="pic" idx="3"/>
          </p:nvPr>
        </p:nvSpPr>
        <p:spPr>
          <a:xfrm>
            <a:off x="5215468" y="320050"/>
            <a:ext cx="1730700" cy="226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2"/>
          <p:cNvSpPr>
            <a:spLocks noGrp="1"/>
          </p:cNvSpPr>
          <p:nvPr>
            <p:ph type="pic" idx="4"/>
          </p:nvPr>
        </p:nvSpPr>
        <p:spPr>
          <a:xfrm>
            <a:off x="7075075" y="320077"/>
            <a:ext cx="1730700" cy="226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2"/>
          <p:cNvSpPr txBox="1">
            <a:spLocks noGrp="1"/>
          </p:cNvSpPr>
          <p:nvPr>
            <p:ph type="body" idx="1"/>
          </p:nvPr>
        </p:nvSpPr>
        <p:spPr>
          <a:xfrm>
            <a:off x="7075075" y="2726850"/>
            <a:ext cx="1730700" cy="1647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338325" y="320100"/>
            <a:ext cx="27114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5"/>
          </p:nvPr>
        </p:nvSpPr>
        <p:spPr>
          <a:xfrm>
            <a:off x="5215600" y="2726850"/>
            <a:ext cx="1730700" cy="1647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6"/>
          </p:nvPr>
        </p:nvSpPr>
        <p:spPr>
          <a:xfrm>
            <a:off x="3356125" y="2726850"/>
            <a:ext cx="1730700" cy="1647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7"/>
          </p:nvPr>
        </p:nvSpPr>
        <p:spPr>
          <a:xfrm>
            <a:off x="338325" y="154075"/>
            <a:ext cx="27114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resenters — 6 person">
  <p:cSld name="CUSTOM_22_1_1_1_1_1_1_1_1_1_1_1_2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>
            <a:spLocks noGrp="1"/>
          </p:cNvSpPr>
          <p:nvPr>
            <p:ph type="pic" idx="2"/>
          </p:nvPr>
        </p:nvSpPr>
        <p:spPr>
          <a:xfrm>
            <a:off x="33832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338325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74700" cy="5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>
            <a:spLocks noGrp="1"/>
          </p:cNvSpPr>
          <p:nvPr>
            <p:ph type="pic" idx="3"/>
          </p:nvPr>
        </p:nvSpPr>
        <p:spPr>
          <a:xfrm>
            <a:off x="176441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3"/>
          <p:cNvSpPr txBox="1">
            <a:spLocks noGrp="1"/>
          </p:cNvSpPr>
          <p:nvPr>
            <p:ph type="body" idx="4"/>
          </p:nvPr>
        </p:nvSpPr>
        <p:spPr>
          <a:xfrm>
            <a:off x="1764425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6" name="Google Shape;186;p23"/>
          <p:cNvSpPr>
            <a:spLocks noGrp="1"/>
          </p:cNvSpPr>
          <p:nvPr>
            <p:ph type="pic" idx="5"/>
          </p:nvPr>
        </p:nvSpPr>
        <p:spPr>
          <a:xfrm>
            <a:off x="319050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23"/>
          <p:cNvSpPr txBox="1">
            <a:spLocks noGrp="1"/>
          </p:cNvSpPr>
          <p:nvPr>
            <p:ph type="body" idx="6"/>
          </p:nvPr>
        </p:nvSpPr>
        <p:spPr>
          <a:xfrm>
            <a:off x="3190524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8" name="Google Shape;188;p23"/>
          <p:cNvSpPr>
            <a:spLocks noGrp="1"/>
          </p:cNvSpPr>
          <p:nvPr>
            <p:ph type="pic" idx="7"/>
          </p:nvPr>
        </p:nvSpPr>
        <p:spPr>
          <a:xfrm>
            <a:off x="461659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3"/>
          <p:cNvSpPr txBox="1">
            <a:spLocks noGrp="1"/>
          </p:cNvSpPr>
          <p:nvPr>
            <p:ph type="body" idx="8"/>
          </p:nvPr>
        </p:nvSpPr>
        <p:spPr>
          <a:xfrm>
            <a:off x="4616624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0" name="Google Shape;190;p23"/>
          <p:cNvSpPr>
            <a:spLocks noGrp="1"/>
          </p:cNvSpPr>
          <p:nvPr>
            <p:ph type="pic" idx="9"/>
          </p:nvPr>
        </p:nvSpPr>
        <p:spPr>
          <a:xfrm>
            <a:off x="604268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3"/>
          <p:cNvSpPr txBox="1">
            <a:spLocks noGrp="1"/>
          </p:cNvSpPr>
          <p:nvPr>
            <p:ph type="body" idx="13"/>
          </p:nvPr>
        </p:nvSpPr>
        <p:spPr>
          <a:xfrm>
            <a:off x="6042723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2" name="Google Shape;192;p23"/>
          <p:cNvSpPr>
            <a:spLocks noGrp="1"/>
          </p:cNvSpPr>
          <p:nvPr>
            <p:ph type="pic" idx="14"/>
          </p:nvPr>
        </p:nvSpPr>
        <p:spPr>
          <a:xfrm>
            <a:off x="7468775" y="896550"/>
            <a:ext cx="1344300" cy="16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"/>
          <p:cNvSpPr txBox="1">
            <a:spLocks noGrp="1"/>
          </p:cNvSpPr>
          <p:nvPr>
            <p:ph type="body" idx="15"/>
          </p:nvPr>
        </p:nvSpPr>
        <p:spPr>
          <a:xfrm>
            <a:off x="7468825" y="2711525"/>
            <a:ext cx="1344300" cy="1662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subTitle" idx="16"/>
          </p:nvPr>
        </p:nvSpPr>
        <p:spPr>
          <a:xfrm>
            <a:off x="338325" y="154075"/>
            <a:ext cx="84747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 intros, divider options →">
  <p:cSld name="CUSTOM_20_1_1">
    <p:bg>
      <p:bgPr>
        <a:solidFill>
          <a:schemeClr val="accent5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2577575" y="0"/>
            <a:ext cx="63831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Section intros and dividers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- Black">
  <p:cSld name="CUSTOM_19_1_1">
    <p:bg>
      <p:bgPr>
        <a:solidFill>
          <a:schemeClr val="dk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>
            <a:spLocks noGrp="1"/>
          </p:cNvSpPr>
          <p:nvPr>
            <p:ph type="ctrTitle"/>
          </p:nvPr>
        </p:nvSpPr>
        <p:spPr>
          <a:xfrm>
            <a:off x="338325" y="320050"/>
            <a:ext cx="8384700" cy="372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1"/>
          </p:nvPr>
        </p:nvSpPr>
        <p:spPr>
          <a:xfrm>
            <a:off x="338425" y="4025025"/>
            <a:ext cx="83847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25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27016" r="65175" b="48864"/>
          <a:stretch/>
        </p:blipFill>
        <p:spPr>
          <a:xfrm>
            <a:off x="0" y="12200"/>
            <a:ext cx="1875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- Maroon">
  <p:cSld name="CUSTOM_19_1_2">
    <p:bg>
      <p:bgPr>
        <a:solidFill>
          <a:schemeClr val="accent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ctrTitle"/>
          </p:nvPr>
        </p:nvSpPr>
        <p:spPr>
          <a:xfrm>
            <a:off x="338325" y="320050"/>
            <a:ext cx="8384700" cy="372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ubTitle" idx="1"/>
          </p:nvPr>
        </p:nvSpPr>
        <p:spPr>
          <a:xfrm>
            <a:off x="338325" y="4024425"/>
            <a:ext cx="84675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26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27016" r="65175" b="48864"/>
          <a:stretch/>
        </p:blipFill>
        <p:spPr>
          <a:xfrm>
            <a:off x="0" y="12200"/>
            <a:ext cx="1875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- Gold">
  <p:cSld name="CUSTOM_19_1_2_1">
    <p:bg>
      <p:bgPr>
        <a:solidFill>
          <a:schemeClr val="accen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ctrTitle"/>
          </p:nvPr>
        </p:nvSpPr>
        <p:spPr>
          <a:xfrm>
            <a:off x="338325" y="320050"/>
            <a:ext cx="8384700" cy="372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subTitle" idx="1"/>
          </p:nvPr>
        </p:nvSpPr>
        <p:spPr>
          <a:xfrm>
            <a:off x="338325" y="4024425"/>
            <a:ext cx="84675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27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27016" r="65175" b="48864"/>
          <a:stretch/>
        </p:blipFill>
        <p:spPr>
          <a:xfrm>
            <a:off x="0" y="12200"/>
            <a:ext cx="1875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- Gold">
  <p:cSld name="CUSTOM_19_1_3_1_3">
    <p:bg>
      <p:bgPr>
        <a:solidFill>
          <a:schemeClr val="accen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ctrTitle"/>
          </p:nvPr>
        </p:nvSpPr>
        <p:spPr>
          <a:xfrm>
            <a:off x="338425" y="2327950"/>
            <a:ext cx="8467200" cy="20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subTitle" idx="1"/>
          </p:nvPr>
        </p:nvSpPr>
        <p:spPr>
          <a:xfrm>
            <a:off x="338325" y="1718998"/>
            <a:ext cx="8467200" cy="60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28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202518" y="4462840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- Maroon">
  <p:cSld name="CUSTOM_19_1_3_1_1_2">
    <p:bg>
      <p:bgPr>
        <a:solidFill>
          <a:schemeClr val="accent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ctrTitle"/>
          </p:nvPr>
        </p:nvSpPr>
        <p:spPr>
          <a:xfrm>
            <a:off x="338325" y="2192625"/>
            <a:ext cx="8467200" cy="218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338425" y="1579366"/>
            <a:ext cx="8467200" cy="61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270538" y="4525502"/>
            <a:ext cx="769574" cy="40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- Black">
  <p:cSld name="CUSTOM_19_1_1_4_2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0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27016" r="65175" b="48864"/>
          <a:stretch/>
        </p:blipFill>
        <p:spPr>
          <a:xfrm>
            <a:off x="0" y="12200"/>
            <a:ext cx="1875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30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270538" y="4525502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>
            <a:spLocks noGrp="1"/>
          </p:cNvSpPr>
          <p:nvPr>
            <p:ph type="ctrTitle"/>
          </p:nvPr>
        </p:nvSpPr>
        <p:spPr>
          <a:xfrm>
            <a:off x="338325" y="2174300"/>
            <a:ext cx="8467500" cy="21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1"/>
          </p:nvPr>
        </p:nvSpPr>
        <p:spPr>
          <a:xfrm>
            <a:off x="352250" y="1639209"/>
            <a:ext cx="8439600" cy="57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- Black">
  <p:cSld name="CUSTOM_19_1_1_4_1_1">
    <p:bg>
      <p:bgPr>
        <a:solidFill>
          <a:schemeClr val="dk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>
            <a:spLocks noGrp="1"/>
          </p:cNvSpPr>
          <p:nvPr>
            <p:ph type="ctrTitle"/>
          </p:nvPr>
        </p:nvSpPr>
        <p:spPr>
          <a:xfrm>
            <a:off x="338325" y="2184151"/>
            <a:ext cx="8467500" cy="21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31"/>
          <p:cNvSpPr txBox="1">
            <a:spLocks noGrp="1"/>
          </p:cNvSpPr>
          <p:nvPr>
            <p:ph type="subTitle" idx="1"/>
          </p:nvPr>
        </p:nvSpPr>
        <p:spPr>
          <a:xfrm>
            <a:off x="352250" y="1589340"/>
            <a:ext cx="8439600" cy="62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3800" y="2550"/>
            <a:ext cx="1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-348650" y="4373800"/>
            <a:ext cx="267300" cy="7746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4 Section into - Gold">
  <p:cSld name="CUSTOM_23_1_1_3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 rotWithShape="1">
          <a:blip r:embed="rId2">
            <a:alphaModFix/>
          </a:blip>
          <a:srcRect b="32487"/>
          <a:stretch/>
        </p:blipFill>
        <p:spPr>
          <a:xfrm>
            <a:off x="0" y="1556100"/>
            <a:ext cx="9144003" cy="358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4450" y="1811025"/>
            <a:ext cx="9144000" cy="1503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32002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238" name="Google Shape;238;p32"/>
          <p:cNvSpPr txBox="1">
            <a:spLocks noGrp="1"/>
          </p:cNvSpPr>
          <p:nvPr>
            <p:ph type="subTitle" idx="1"/>
          </p:nvPr>
        </p:nvSpPr>
        <p:spPr>
          <a:xfrm>
            <a:off x="344525" y="1299500"/>
            <a:ext cx="4233600" cy="593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4 Section into - Black">
  <p:cSld name="CUSTOM_22_1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3"/>
          <p:cNvPicPr preferRelativeResize="0"/>
          <p:nvPr/>
        </p:nvPicPr>
        <p:blipFill rotWithShape="1">
          <a:blip r:embed="rId2">
            <a:alphaModFix/>
          </a:blip>
          <a:srcRect b="53804"/>
          <a:stretch/>
        </p:blipFill>
        <p:spPr>
          <a:xfrm>
            <a:off x="0" y="-2225"/>
            <a:ext cx="9144003" cy="2378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 txBox="1">
            <a:spLocks noGrp="1"/>
          </p:cNvSpPr>
          <p:nvPr>
            <p:ph type="title"/>
          </p:nvPr>
        </p:nvSpPr>
        <p:spPr>
          <a:xfrm>
            <a:off x="4450" y="1811025"/>
            <a:ext cx="9144000" cy="1503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32002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33"/>
          <p:cNvSpPr txBox="1">
            <a:spLocks noGrp="1"/>
          </p:cNvSpPr>
          <p:nvPr>
            <p:ph type="subTitle" idx="1"/>
          </p:nvPr>
        </p:nvSpPr>
        <p:spPr>
          <a:xfrm>
            <a:off x="344525" y="1299500"/>
            <a:ext cx="4233600" cy="59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4 Section into - Maroon">
  <p:cSld name="CUSTOM_22_1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/>
          <p:nvPr/>
        </p:nvSpPr>
        <p:spPr>
          <a:xfrm>
            <a:off x="16725" y="1798675"/>
            <a:ext cx="9144000" cy="154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2">
            <a:alphaModFix/>
          </a:blip>
          <a:srcRect l="19" r="29"/>
          <a:stretch/>
        </p:blipFill>
        <p:spPr>
          <a:xfrm>
            <a:off x="0" y="-3000"/>
            <a:ext cx="9144003" cy="514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0" y="1798675"/>
            <a:ext cx="8805600" cy="1542600"/>
          </a:xfrm>
          <a:prstGeom prst="rect">
            <a:avLst/>
          </a:prstGeom>
          <a:noFill/>
        </p:spPr>
        <p:txBody>
          <a:bodyPr spcFirstLastPara="1" wrap="square" lIns="320025" tIns="182875" rIns="411475" bIns="1828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1"/>
          </p:nvPr>
        </p:nvSpPr>
        <p:spPr>
          <a:xfrm>
            <a:off x="344525" y="1299500"/>
            <a:ext cx="4233600" cy="59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 sz="12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ext-focused options →">
  <p:cSld name="CUSTOM_23_1_1_2">
    <p:bg>
      <p:bgPr>
        <a:solidFill>
          <a:schemeClr val="accent5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2577575" y="-75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Text-focused </a:t>
            </a:r>
            <a:endParaRPr sz="7200" b="1">
              <a:solidFill>
                <a:srgbClr val="191919"/>
              </a:solidFill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5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1 column, white">
  <p:cSld name="CUSTOM_22_1_1_1_1_1_2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9E9E9E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36"/>
          <p:cNvSpPr txBox="1">
            <a:spLocks noGrp="1"/>
          </p:cNvSpPr>
          <p:nvPr>
            <p:ph type="subTitle" idx="2"/>
          </p:nvPr>
        </p:nvSpPr>
        <p:spPr>
          <a:xfrm>
            <a:off x="338325" y="733600"/>
            <a:ext cx="8467200" cy="158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1 column, white, with logo">
  <p:cSld name="CUSTOM_22_1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7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7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9E9E9E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7"/>
          <p:cNvSpPr txBox="1">
            <a:spLocks noGrp="1"/>
          </p:cNvSpPr>
          <p:nvPr>
            <p:ph type="subTitle" idx="2"/>
          </p:nvPr>
        </p:nvSpPr>
        <p:spPr>
          <a:xfrm>
            <a:off x="338325" y="733600"/>
            <a:ext cx="8467200" cy="158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1 column, black, with logo">
  <p:cSld name="CUSTOM_23_1_1_1_1_3">
    <p:bg>
      <p:bgPr>
        <a:solidFill>
          <a:schemeClr val="dk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8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38"/>
          <p:cNvSpPr txBox="1">
            <a:spLocks noGrp="1"/>
          </p:cNvSpPr>
          <p:nvPr>
            <p:ph type="subTitle" idx="2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1 column, black">
  <p:cSld name="CUSTOM_23_1_1_1_1_3_2">
    <p:bg>
      <p:bgPr>
        <a:solidFill>
          <a:schemeClr val="dk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39"/>
          <p:cNvSpPr txBox="1">
            <a:spLocks noGrp="1"/>
          </p:cNvSpPr>
          <p:nvPr>
            <p:ph type="title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39"/>
          <p:cNvSpPr txBox="1">
            <a:spLocks noGrp="1"/>
          </p:cNvSpPr>
          <p:nvPr>
            <p:ph type="subTitle" idx="2"/>
          </p:nvPr>
        </p:nvSpPr>
        <p:spPr>
          <a:xfrm>
            <a:off x="335763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1 column, black, with logo">
  <p:cSld name="CUSTOM_23_1_1_1_1_3_1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0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0"/>
          <p:cNvSpPr txBox="1">
            <a:spLocks noGrp="1"/>
          </p:cNvSpPr>
          <p:nvPr>
            <p:ph type="body" idx="1"/>
          </p:nvPr>
        </p:nvSpPr>
        <p:spPr>
          <a:xfrm>
            <a:off x="338613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title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40"/>
          <p:cNvSpPr txBox="1">
            <a:spLocks noGrp="1"/>
          </p:cNvSpPr>
          <p:nvPr>
            <p:ph type="subTitle" idx="2"/>
          </p:nvPr>
        </p:nvSpPr>
        <p:spPr>
          <a:xfrm>
            <a:off x="338613" y="154075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2 column, white">
  <p:cSld name="CUSTOM_22_1_1_1_1_1_1_3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>
            <a:spLocks noGrp="1"/>
          </p:cNvSpPr>
          <p:nvPr>
            <p:ph type="body" idx="1"/>
          </p:nvPr>
        </p:nvSpPr>
        <p:spPr>
          <a:xfrm>
            <a:off x="3383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79" name="Google Shape;279;p41"/>
          <p:cNvSpPr txBox="1">
            <a:spLocks noGrp="1"/>
          </p:cNvSpPr>
          <p:nvPr>
            <p:ph type="body" idx="2"/>
          </p:nvPr>
        </p:nvSpPr>
        <p:spPr>
          <a:xfrm>
            <a:off x="46177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41"/>
          <p:cNvSpPr txBox="1">
            <a:spLocks noGrp="1"/>
          </p:cNvSpPr>
          <p:nvPr>
            <p:ph type="subTitle" idx="3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281" name="Google Shape;281;p41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2 column, black">
  <p:cSld name="CUSTOM_22_1_1_1_1_1_1_3_1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body" idx="1"/>
          </p:nvPr>
        </p:nvSpPr>
        <p:spPr>
          <a:xfrm>
            <a:off x="3383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42"/>
          <p:cNvSpPr txBox="1">
            <a:spLocks noGrp="1"/>
          </p:cNvSpPr>
          <p:nvPr>
            <p:ph type="body" idx="2"/>
          </p:nvPr>
        </p:nvSpPr>
        <p:spPr>
          <a:xfrm>
            <a:off x="46177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42"/>
          <p:cNvSpPr txBox="1">
            <a:spLocks noGrp="1"/>
          </p:cNvSpPr>
          <p:nvPr>
            <p:ph type="subTitle" idx="3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>
                <a:highlight>
                  <a:schemeClr val="l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3 column, white">
  <p:cSld name="CUSTOM_22_1_1_1_1_1_1_3_2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body" idx="2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body" idx="3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91" name="Google Shape;291;p43"/>
          <p:cNvSpPr txBox="1">
            <a:spLocks noGrp="1"/>
          </p:cNvSpPr>
          <p:nvPr>
            <p:ph type="subTitle" idx="4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3 column, black">
  <p:cSld name="CUSTOM_22_1_1_1_1_1_1_3_2_1">
    <p:bg>
      <p:bgPr>
        <a:solidFill>
          <a:schemeClr val="dk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44"/>
          <p:cNvSpPr txBox="1">
            <a:spLocks noGrp="1"/>
          </p:cNvSpPr>
          <p:nvPr>
            <p:ph type="body" idx="2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body" idx="3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44"/>
          <p:cNvSpPr txBox="1">
            <a:spLocks noGrp="1"/>
          </p:cNvSpPr>
          <p:nvPr>
            <p:ph type="title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44"/>
          <p:cNvSpPr txBox="1">
            <a:spLocks noGrp="1"/>
          </p:cNvSpPr>
          <p:nvPr>
            <p:ph type="subTitle" idx="4"/>
          </p:nvPr>
        </p:nvSpPr>
        <p:spPr>
          <a:xfrm>
            <a:off x="338613" y="154075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lt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  <a:highlight>
                  <a:schemeClr val="lt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4 column, white">
  <p:cSld name="CUSTOM_22_1_1_1_1_1_1_3_2_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45"/>
          <p:cNvSpPr txBox="1">
            <a:spLocks noGrp="1"/>
          </p:cNvSpPr>
          <p:nvPr>
            <p:ph type="body" idx="2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45"/>
          <p:cNvSpPr txBox="1">
            <a:spLocks noGrp="1"/>
          </p:cNvSpPr>
          <p:nvPr>
            <p:ph type="body" idx="3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45"/>
          <p:cNvSpPr txBox="1">
            <a:spLocks noGrp="1"/>
          </p:cNvSpPr>
          <p:nvPr>
            <p:ph type="body" idx="4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45"/>
          <p:cNvSpPr txBox="1">
            <a:spLocks noGrp="1"/>
          </p:cNvSpPr>
          <p:nvPr>
            <p:ph type="subTitle" idx="5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ext - 4 column, black">
  <p:cSld name="CUSTOM_22_1_1_1_1_1_1_3_2_2_1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body" idx="2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46"/>
          <p:cNvSpPr txBox="1">
            <a:spLocks noGrp="1"/>
          </p:cNvSpPr>
          <p:nvPr>
            <p:ph type="body" idx="3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46"/>
          <p:cNvSpPr txBox="1">
            <a:spLocks noGrp="1"/>
          </p:cNvSpPr>
          <p:nvPr>
            <p:ph type="body" idx="4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46"/>
          <p:cNvSpPr txBox="1">
            <a:spLocks noGrp="1"/>
          </p:cNvSpPr>
          <p:nvPr>
            <p:ph type="subTitle" idx="5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4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ext - 2 column">
  <p:cSld name="CUSTOM_23_1_1_1_1_2_1_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Google Shape;314;p47"/>
          <p:cNvCxnSpPr/>
          <p:nvPr/>
        </p:nvCxnSpPr>
        <p:spPr>
          <a:xfrm>
            <a:off x="4572456" y="1245696"/>
            <a:ext cx="0" cy="2945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47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16" name="Google Shape;316;p47"/>
          <p:cNvSpPr txBox="1">
            <a:spLocks noGrp="1"/>
          </p:cNvSpPr>
          <p:nvPr>
            <p:ph type="body" idx="2"/>
          </p:nvPr>
        </p:nvSpPr>
        <p:spPr>
          <a:xfrm>
            <a:off x="466455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17" name="Google Shape;317;p47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47"/>
          <p:cNvSpPr txBox="1">
            <a:spLocks noGrp="1"/>
          </p:cNvSpPr>
          <p:nvPr>
            <p:ph type="subTitle" idx="3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ext - 3 column">
  <p:cSld name="CUSTOM_22_1_1_1_1_1_1_2_2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48"/>
          <p:cNvSpPr txBox="1">
            <a:spLocks noGrp="1"/>
          </p:cNvSpPr>
          <p:nvPr>
            <p:ph type="body" idx="2"/>
          </p:nvPr>
        </p:nvSpPr>
        <p:spPr>
          <a:xfrm>
            <a:off x="3352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2" name="Google Shape;322;p48"/>
          <p:cNvSpPr txBox="1">
            <a:spLocks noGrp="1"/>
          </p:cNvSpPr>
          <p:nvPr>
            <p:ph type="body" idx="3"/>
          </p:nvPr>
        </p:nvSpPr>
        <p:spPr>
          <a:xfrm>
            <a:off x="6284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cxnSp>
        <p:nvCxnSpPr>
          <p:cNvPr id="323" name="Google Shape;323;p48"/>
          <p:cNvCxnSpPr/>
          <p:nvPr/>
        </p:nvCxnSpPr>
        <p:spPr>
          <a:xfrm>
            <a:off x="3093809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48"/>
          <p:cNvCxnSpPr/>
          <p:nvPr/>
        </p:nvCxnSpPr>
        <p:spPr>
          <a:xfrm>
            <a:off x="6039142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48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48"/>
          <p:cNvSpPr txBox="1">
            <a:spLocks noGrp="1"/>
          </p:cNvSpPr>
          <p:nvPr>
            <p:ph type="subTitle" idx="4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ext - 4 column">
  <p:cSld name="CUSTOM_23_1_1_1_1_1_1_1_1_3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49"/>
          <p:cNvCxnSpPr/>
          <p:nvPr/>
        </p:nvCxnSpPr>
        <p:spPr>
          <a:xfrm>
            <a:off x="246666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49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30" name="Google Shape;330;p49"/>
          <p:cNvCxnSpPr/>
          <p:nvPr/>
        </p:nvCxnSpPr>
        <p:spPr>
          <a:xfrm>
            <a:off x="4571988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49"/>
          <p:cNvCxnSpPr/>
          <p:nvPr/>
        </p:nvCxnSpPr>
        <p:spPr>
          <a:xfrm>
            <a:off x="665841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49"/>
          <p:cNvSpPr txBox="1">
            <a:spLocks noGrp="1"/>
          </p:cNvSpPr>
          <p:nvPr>
            <p:ph type="body" idx="2"/>
          </p:nvPr>
        </p:nvSpPr>
        <p:spPr>
          <a:xfrm>
            <a:off x="679885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3"/>
          </p:nvPr>
        </p:nvSpPr>
        <p:spPr>
          <a:xfrm>
            <a:off x="4664813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4"/>
          </p:nvPr>
        </p:nvSpPr>
        <p:spPr>
          <a:xfrm>
            <a:off x="2568925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49"/>
          <p:cNvSpPr txBox="1">
            <a:spLocks noGrp="1"/>
          </p:cNvSpPr>
          <p:nvPr>
            <p:ph type="subTitle" idx="5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ext - 4 text areas">
  <p:cSld name="CUSTOM_23_1_1_1_1_1_1_2_2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50"/>
          <p:cNvCxnSpPr/>
          <p:nvPr/>
        </p:nvCxnSpPr>
        <p:spPr>
          <a:xfrm>
            <a:off x="4572456" y="111289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50"/>
          <p:cNvSpPr txBox="1">
            <a:spLocks noGrp="1"/>
          </p:cNvSpPr>
          <p:nvPr>
            <p:ph type="body" idx="1"/>
          </p:nvPr>
        </p:nvSpPr>
        <p:spPr>
          <a:xfrm>
            <a:off x="4693400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40" name="Google Shape;340;p50"/>
          <p:cNvSpPr txBox="1">
            <a:spLocks noGrp="1"/>
          </p:cNvSpPr>
          <p:nvPr>
            <p:ph type="body" idx="2"/>
          </p:nvPr>
        </p:nvSpPr>
        <p:spPr>
          <a:xfrm>
            <a:off x="420625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cxnSp>
        <p:nvCxnSpPr>
          <p:cNvPr id="341" name="Google Shape;341;p50"/>
          <p:cNvCxnSpPr/>
          <p:nvPr/>
        </p:nvCxnSpPr>
        <p:spPr>
          <a:xfrm>
            <a:off x="4572456" y="271964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50"/>
          <p:cNvSpPr txBox="1">
            <a:spLocks noGrp="1"/>
          </p:cNvSpPr>
          <p:nvPr>
            <p:ph type="body" idx="3"/>
          </p:nvPr>
        </p:nvSpPr>
        <p:spPr>
          <a:xfrm>
            <a:off x="4693400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43" name="Google Shape;343;p50"/>
          <p:cNvSpPr txBox="1">
            <a:spLocks noGrp="1"/>
          </p:cNvSpPr>
          <p:nvPr>
            <p:ph type="body" idx="4"/>
          </p:nvPr>
        </p:nvSpPr>
        <p:spPr>
          <a:xfrm>
            <a:off x="420625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44" name="Google Shape;344;p50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50"/>
          <p:cNvSpPr txBox="1">
            <a:spLocks noGrp="1"/>
          </p:cNvSpPr>
          <p:nvPr>
            <p:ph type="subTitle" idx="5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ext - 2 column, black">
  <p:cSld name="CUSTOM_23_1_1_1_1_1_1_2_1_1_1_1_1_1_2_4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1"/>
          <p:cNvSpPr txBox="1">
            <a:spLocks noGrp="1"/>
          </p:cNvSpPr>
          <p:nvPr>
            <p:ph type="body" idx="1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i="0" u="none" strike="noStrike" cap="none">
                <a:solidFill>
                  <a:srgbClr val="000000"/>
                </a:solidFill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i="0" u="none" strike="noStrike" cap="none">
                <a:solidFill>
                  <a:srgbClr val="000000"/>
                </a:solidFill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i="0" u="none" strike="noStrike" cap="none">
                <a:solidFill>
                  <a:srgbClr val="000000"/>
                </a:solidFill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body" idx="2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i="0" u="none" strike="noStrike" cap="none">
                <a:solidFill>
                  <a:srgbClr val="000000"/>
                </a:solidFill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i="0" u="none" strike="noStrike" cap="none">
                <a:solidFill>
                  <a:srgbClr val="000000"/>
                </a:solidFill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 i="0" u="none" strike="noStrike" cap="none">
                <a:solidFill>
                  <a:srgbClr val="000000"/>
                </a:solidFill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 i="0" u="none" strike="noStrike" cap="none">
                <a:solidFill>
                  <a:srgbClr val="000000"/>
                </a:solidFill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■"/>
              <a:defRPr sz="1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51"/>
          <p:cNvSpPr txBox="1">
            <a:spLocks noGrp="1"/>
          </p:cNvSpPr>
          <p:nvPr>
            <p:ph type="subTitle" idx="3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ext - 3 column, black">
  <p:cSld name="CUSTOM_23_1_1_1_1_1_1_2_1_1_1_1_1_1_2_2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>
            <a:spLocks noGrp="1"/>
          </p:cNvSpPr>
          <p:nvPr>
            <p:ph type="body" idx="1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52"/>
          <p:cNvSpPr txBox="1">
            <a:spLocks noGrp="1"/>
          </p:cNvSpPr>
          <p:nvPr>
            <p:ph type="body" idx="2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52"/>
          <p:cNvSpPr txBox="1">
            <a:spLocks noGrp="1"/>
          </p:cNvSpPr>
          <p:nvPr>
            <p:ph type="body" idx="3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52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2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52"/>
          <p:cNvSpPr txBox="1">
            <a:spLocks noGrp="1"/>
          </p:cNvSpPr>
          <p:nvPr>
            <p:ph type="subTitle" idx="4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2 column, gold">
  <p:cSld name="CUSTOM_23_1_1_1_1_2_2_3_1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3776400" cy="5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1" name="Google Shape;361;p53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3"/>
          <p:cNvSpPr txBox="1">
            <a:spLocks noGrp="1"/>
          </p:cNvSpPr>
          <p:nvPr>
            <p:ph type="body" idx="1"/>
          </p:nvPr>
        </p:nvSpPr>
        <p:spPr>
          <a:xfrm>
            <a:off x="4937750" y="1299500"/>
            <a:ext cx="3776400" cy="30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63" name="Google Shape;363;p53"/>
          <p:cNvSpPr txBox="1">
            <a:spLocks noGrp="1"/>
          </p:cNvSpPr>
          <p:nvPr>
            <p:ph type="body" idx="2"/>
          </p:nvPr>
        </p:nvSpPr>
        <p:spPr>
          <a:xfrm>
            <a:off x="338325" y="1299597"/>
            <a:ext cx="3776400" cy="30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64" name="Google Shape;364;p53"/>
          <p:cNvSpPr txBox="1">
            <a:spLocks noGrp="1"/>
          </p:cNvSpPr>
          <p:nvPr>
            <p:ph type="title" idx="3"/>
          </p:nvPr>
        </p:nvSpPr>
        <p:spPr>
          <a:xfrm>
            <a:off x="4937750" y="320050"/>
            <a:ext cx="3758100" cy="5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2 column, black">
  <p:cSld name="CUSTOM_23_1_1_1_1_2_2_3_1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3776400" cy="5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7" name="Google Shape;367;p54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4"/>
          <p:cNvSpPr txBox="1">
            <a:spLocks noGrp="1"/>
          </p:cNvSpPr>
          <p:nvPr>
            <p:ph type="body" idx="1"/>
          </p:nvPr>
        </p:nvSpPr>
        <p:spPr>
          <a:xfrm>
            <a:off x="4912900" y="1299500"/>
            <a:ext cx="3892800" cy="30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54"/>
          <p:cNvSpPr txBox="1">
            <a:spLocks noGrp="1"/>
          </p:cNvSpPr>
          <p:nvPr>
            <p:ph type="body" idx="2"/>
          </p:nvPr>
        </p:nvSpPr>
        <p:spPr>
          <a:xfrm>
            <a:off x="338325" y="1299591"/>
            <a:ext cx="3892800" cy="30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70" name="Google Shape;370;p54"/>
          <p:cNvSpPr txBox="1">
            <a:spLocks noGrp="1"/>
          </p:cNvSpPr>
          <p:nvPr>
            <p:ph type="title" idx="3"/>
          </p:nvPr>
        </p:nvSpPr>
        <p:spPr>
          <a:xfrm>
            <a:off x="4937750" y="320050"/>
            <a:ext cx="3758100" cy="5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5 Text - Split">
  <p:cSld name="CUSTOM_23_1_1_1_1_2_2_3_1_1_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>
            <a:off x="3090300" y="0"/>
            <a:ext cx="3054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5"/>
          <p:cNvSpPr/>
          <p:nvPr/>
        </p:nvSpPr>
        <p:spPr>
          <a:xfrm>
            <a:off x="6099300" y="0"/>
            <a:ext cx="3054600" cy="51435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5"/>
          <p:cNvSpPr txBox="1">
            <a:spLocks noGrp="1"/>
          </p:cNvSpPr>
          <p:nvPr>
            <p:ph type="body" idx="1"/>
          </p:nvPr>
        </p:nvSpPr>
        <p:spPr>
          <a:xfrm>
            <a:off x="338325" y="994550"/>
            <a:ext cx="2329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5" name="Google Shape;375;p55"/>
          <p:cNvSpPr txBox="1">
            <a:spLocks noGrp="1"/>
          </p:cNvSpPr>
          <p:nvPr>
            <p:ph type="title"/>
          </p:nvPr>
        </p:nvSpPr>
        <p:spPr>
          <a:xfrm>
            <a:off x="338325" y="319975"/>
            <a:ext cx="23895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6" name="Google Shape;376;p55"/>
          <p:cNvSpPr txBox="1">
            <a:spLocks noGrp="1"/>
          </p:cNvSpPr>
          <p:nvPr>
            <p:ph type="title" idx="2"/>
          </p:nvPr>
        </p:nvSpPr>
        <p:spPr>
          <a:xfrm>
            <a:off x="3366588" y="319975"/>
            <a:ext cx="24141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7" name="Google Shape;377;p55"/>
          <p:cNvSpPr txBox="1">
            <a:spLocks noGrp="1"/>
          </p:cNvSpPr>
          <p:nvPr>
            <p:ph type="body" idx="3"/>
          </p:nvPr>
        </p:nvSpPr>
        <p:spPr>
          <a:xfrm>
            <a:off x="3364950" y="994550"/>
            <a:ext cx="24141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8" name="Google Shape;378;p55"/>
          <p:cNvSpPr txBox="1">
            <a:spLocks noGrp="1"/>
          </p:cNvSpPr>
          <p:nvPr>
            <p:ph type="title" idx="4"/>
          </p:nvPr>
        </p:nvSpPr>
        <p:spPr>
          <a:xfrm>
            <a:off x="6391563" y="319975"/>
            <a:ext cx="24141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9" name="Google Shape;379;p55"/>
          <p:cNvSpPr txBox="1">
            <a:spLocks noGrp="1"/>
          </p:cNvSpPr>
          <p:nvPr>
            <p:ph type="body" idx="5"/>
          </p:nvPr>
        </p:nvSpPr>
        <p:spPr>
          <a:xfrm>
            <a:off x="6389925" y="994550"/>
            <a:ext cx="24141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400"/>
              </a:spcBef>
              <a:spcAft>
                <a:spcPts val="4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Topo, white">
  <p:cSld name="CUSTOM_23_1_1_2_1_1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6" title="251117 YIR Spotify Wrapped_Topo - Full page - Light_FINAL.png"/>
          <p:cNvPicPr preferRelativeResize="0"/>
          <p:nvPr/>
        </p:nvPicPr>
        <p:blipFill rotWithShape="1">
          <a:blip r:embed="rId2">
            <a:alphaModFix/>
          </a:blip>
          <a:srcRect l="33955" r="33958"/>
          <a:stretch/>
        </p:blipFill>
        <p:spPr>
          <a:xfrm>
            <a:off x="0" y="-2225"/>
            <a:ext cx="2935226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6"/>
          <p:cNvSpPr txBox="1">
            <a:spLocks noGrp="1"/>
          </p:cNvSpPr>
          <p:nvPr>
            <p:ph type="title"/>
          </p:nvPr>
        </p:nvSpPr>
        <p:spPr>
          <a:xfrm>
            <a:off x="338325" y="297100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3" name="Google Shape;383;p56"/>
          <p:cNvSpPr txBox="1">
            <a:spLocks noGrp="1"/>
          </p:cNvSpPr>
          <p:nvPr>
            <p:ph type="subTitle" idx="1"/>
          </p:nvPr>
        </p:nvSpPr>
        <p:spPr>
          <a:xfrm>
            <a:off x="347650" y="14860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4" name="Google Shape;384;p56"/>
          <p:cNvSpPr txBox="1">
            <a:spLocks noGrp="1"/>
          </p:cNvSpPr>
          <p:nvPr>
            <p:ph type="body" idx="2"/>
          </p:nvPr>
        </p:nvSpPr>
        <p:spPr>
          <a:xfrm>
            <a:off x="338600" y="1783100"/>
            <a:ext cx="2336100" cy="25908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5" name="Google Shape;385;p56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4">
          <p15:clr>
            <a:srgbClr val="00F0E1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Topo, black">
  <p:cSld name="CUSTOM_23_1_1_2_1_1_1_1">
    <p:bg>
      <p:bgPr>
        <a:solidFill>
          <a:schemeClr val="dk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7"/>
          <p:cNvPicPr preferRelativeResize="0"/>
          <p:nvPr/>
        </p:nvPicPr>
        <p:blipFill rotWithShape="1">
          <a:blip r:embed="rId2">
            <a:alphaModFix/>
          </a:blip>
          <a:srcRect l="38" r="67890"/>
          <a:stretch/>
        </p:blipFill>
        <p:spPr>
          <a:xfrm>
            <a:off x="1087" y="-5575"/>
            <a:ext cx="2935226" cy="51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7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7"/>
          <p:cNvSpPr txBox="1">
            <a:spLocks noGrp="1"/>
          </p:cNvSpPr>
          <p:nvPr>
            <p:ph type="title"/>
          </p:nvPr>
        </p:nvSpPr>
        <p:spPr>
          <a:xfrm>
            <a:off x="338325" y="306625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0" name="Google Shape;390;p57"/>
          <p:cNvSpPr txBox="1">
            <a:spLocks noGrp="1"/>
          </p:cNvSpPr>
          <p:nvPr>
            <p:ph type="subTitle" idx="1"/>
          </p:nvPr>
        </p:nvSpPr>
        <p:spPr>
          <a:xfrm>
            <a:off x="347650" y="158125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1" name="Google Shape;391;p57"/>
          <p:cNvSpPr txBox="1">
            <a:spLocks noGrp="1"/>
          </p:cNvSpPr>
          <p:nvPr>
            <p:ph type="body" idx="2"/>
          </p:nvPr>
        </p:nvSpPr>
        <p:spPr>
          <a:xfrm>
            <a:off x="338600" y="1792625"/>
            <a:ext cx="2336100" cy="2580900"/>
          </a:xfrm>
          <a:prstGeom prst="rect">
            <a:avLst/>
          </a:prstGeom>
          <a:solidFill>
            <a:srgbClr val="191919">
              <a:alpha val="2975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2" name="Google Shape;392;p57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00F0E1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Morse code, white">
  <p:cSld name="CUSTOM_23_1_1_2_1_1_1_2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8"/>
          <p:cNvPicPr preferRelativeResize="0"/>
          <p:nvPr/>
        </p:nvPicPr>
        <p:blipFill rotWithShape="1">
          <a:blip r:embed="rId2">
            <a:alphaModFix/>
          </a:blip>
          <a:srcRect l="51" r="67880"/>
          <a:stretch/>
        </p:blipFill>
        <p:spPr>
          <a:xfrm>
            <a:off x="0" y="-2225"/>
            <a:ext cx="2935226" cy="514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8"/>
          <p:cNvSpPr txBox="1">
            <a:spLocks noGrp="1"/>
          </p:cNvSpPr>
          <p:nvPr>
            <p:ph type="title"/>
          </p:nvPr>
        </p:nvSpPr>
        <p:spPr>
          <a:xfrm>
            <a:off x="338325" y="297100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6" name="Google Shape;396;p58"/>
          <p:cNvSpPr txBox="1">
            <a:spLocks noGrp="1"/>
          </p:cNvSpPr>
          <p:nvPr>
            <p:ph type="subTitle" idx="1"/>
          </p:nvPr>
        </p:nvSpPr>
        <p:spPr>
          <a:xfrm>
            <a:off x="347650" y="14860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7" name="Google Shape;397;p58"/>
          <p:cNvSpPr txBox="1">
            <a:spLocks noGrp="1"/>
          </p:cNvSpPr>
          <p:nvPr>
            <p:ph type="body" idx="2"/>
          </p:nvPr>
        </p:nvSpPr>
        <p:spPr>
          <a:xfrm>
            <a:off x="338600" y="1783100"/>
            <a:ext cx="2336100" cy="25905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98" name="Google Shape;398;p58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4">
          <p15:clr>
            <a:srgbClr val="00F0E1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Morse code, black">
  <p:cSld name="CUSTOM_23_1_1_2_1_1_1_1_3">
    <p:bg>
      <p:bgPr>
        <a:solidFill>
          <a:schemeClr val="dk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9"/>
          <p:cNvPicPr preferRelativeResize="0"/>
          <p:nvPr/>
        </p:nvPicPr>
        <p:blipFill rotWithShape="1">
          <a:blip r:embed="rId2">
            <a:alphaModFix/>
          </a:blip>
          <a:srcRect l="70" r="67874"/>
          <a:stretch/>
        </p:blipFill>
        <p:spPr>
          <a:xfrm>
            <a:off x="0" y="-2225"/>
            <a:ext cx="2935250" cy="51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9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9"/>
          <p:cNvSpPr txBox="1">
            <a:spLocks noGrp="1"/>
          </p:cNvSpPr>
          <p:nvPr>
            <p:ph type="title"/>
          </p:nvPr>
        </p:nvSpPr>
        <p:spPr>
          <a:xfrm>
            <a:off x="338325" y="297100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59"/>
          <p:cNvSpPr txBox="1">
            <a:spLocks noGrp="1"/>
          </p:cNvSpPr>
          <p:nvPr>
            <p:ph type="subTitle" idx="1"/>
          </p:nvPr>
        </p:nvSpPr>
        <p:spPr>
          <a:xfrm>
            <a:off x="347650" y="14860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4" name="Google Shape;404;p59"/>
          <p:cNvSpPr txBox="1">
            <a:spLocks noGrp="1"/>
          </p:cNvSpPr>
          <p:nvPr>
            <p:ph type="body" idx="2"/>
          </p:nvPr>
        </p:nvSpPr>
        <p:spPr>
          <a:xfrm>
            <a:off x="338600" y="1783100"/>
            <a:ext cx="2336100" cy="2590500"/>
          </a:xfrm>
          <a:prstGeom prst="rect">
            <a:avLst/>
          </a:prstGeom>
          <a:solidFill>
            <a:srgbClr val="191919">
              <a:alpha val="2975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59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4">
          <p15:clr>
            <a:srgbClr val="00F0E1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Network, white">
  <p:cSld name="CUSTOM_23_1_1_2_1_1_1_2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60" title="251117 YIR Spotify Wrapped_Network - Full page - Light_FINAL.png"/>
          <p:cNvPicPr preferRelativeResize="0"/>
          <p:nvPr/>
        </p:nvPicPr>
        <p:blipFill rotWithShape="1">
          <a:blip r:embed="rId2">
            <a:alphaModFix/>
          </a:blip>
          <a:srcRect l="33952" r="33955"/>
          <a:stretch/>
        </p:blipFill>
        <p:spPr>
          <a:xfrm>
            <a:off x="0" y="-1725"/>
            <a:ext cx="2935226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60"/>
          <p:cNvSpPr txBox="1">
            <a:spLocks noGrp="1"/>
          </p:cNvSpPr>
          <p:nvPr>
            <p:ph type="title"/>
          </p:nvPr>
        </p:nvSpPr>
        <p:spPr>
          <a:xfrm>
            <a:off x="338325" y="306625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9" name="Google Shape;409;p60"/>
          <p:cNvSpPr txBox="1">
            <a:spLocks noGrp="1"/>
          </p:cNvSpPr>
          <p:nvPr>
            <p:ph type="subTitle" idx="1"/>
          </p:nvPr>
        </p:nvSpPr>
        <p:spPr>
          <a:xfrm>
            <a:off x="347650" y="158125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10" name="Google Shape;410;p60"/>
          <p:cNvSpPr txBox="1">
            <a:spLocks noGrp="1"/>
          </p:cNvSpPr>
          <p:nvPr>
            <p:ph type="body" idx="2"/>
          </p:nvPr>
        </p:nvSpPr>
        <p:spPr>
          <a:xfrm>
            <a:off x="338600" y="1792625"/>
            <a:ext cx="2336100" cy="25809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411" name="Google Shape;411;p60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">
          <p15:clr>
            <a:srgbClr val="00F0E1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ext - Network, black">
  <p:cSld name="CUSTOM_23_1_1_2_1_1_1_1_3_1">
    <p:bg>
      <p:bgPr>
        <a:solidFill>
          <a:schemeClr val="dk1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61"/>
          <p:cNvPicPr preferRelativeResize="0"/>
          <p:nvPr/>
        </p:nvPicPr>
        <p:blipFill rotWithShape="1">
          <a:blip r:embed="rId2">
            <a:alphaModFix/>
          </a:blip>
          <a:srcRect l="28" r="67893"/>
          <a:stretch/>
        </p:blipFill>
        <p:spPr>
          <a:xfrm>
            <a:off x="0" y="-2225"/>
            <a:ext cx="2935226" cy="514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61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1"/>
          <p:cNvSpPr txBox="1">
            <a:spLocks noGrp="1"/>
          </p:cNvSpPr>
          <p:nvPr>
            <p:ph type="title"/>
          </p:nvPr>
        </p:nvSpPr>
        <p:spPr>
          <a:xfrm>
            <a:off x="338325" y="297100"/>
            <a:ext cx="2336100" cy="1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61"/>
          <p:cNvSpPr txBox="1">
            <a:spLocks noGrp="1"/>
          </p:cNvSpPr>
          <p:nvPr>
            <p:ph type="subTitle" idx="1"/>
          </p:nvPr>
        </p:nvSpPr>
        <p:spPr>
          <a:xfrm>
            <a:off x="347650" y="14860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17" name="Google Shape;417;p61"/>
          <p:cNvSpPr txBox="1">
            <a:spLocks noGrp="1"/>
          </p:cNvSpPr>
          <p:nvPr>
            <p:ph type="body" idx="2"/>
          </p:nvPr>
        </p:nvSpPr>
        <p:spPr>
          <a:xfrm>
            <a:off x="338600" y="1783100"/>
            <a:ext cx="2336100" cy="2590800"/>
          </a:xfrm>
          <a:prstGeom prst="rect">
            <a:avLst/>
          </a:prstGeom>
          <a:solidFill>
            <a:srgbClr val="191919">
              <a:alpha val="2975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61"/>
          <p:cNvSpPr txBox="1">
            <a:spLocks noGrp="1"/>
          </p:cNvSpPr>
          <p:nvPr>
            <p:ph type="body" idx="3"/>
          </p:nvPr>
        </p:nvSpPr>
        <p:spPr>
          <a:xfrm>
            <a:off x="3451275" y="320050"/>
            <a:ext cx="4181700" cy="4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4">
          <p15:clr>
            <a:srgbClr val="00F0E1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ext with image options →">
  <p:cSld name="CUSTOM_22_1_1_1_1_1_1_2_1">
    <p:bg>
      <p:bgPr>
        <a:solidFill>
          <a:schemeClr val="accent5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/>
        </p:nvSpPr>
        <p:spPr>
          <a:xfrm>
            <a:off x="2577575" y="125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Text with image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421" name="Google Shape;421;p62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62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w image - Black">
  <p:cSld name="CUSTOM_23_1_1_1_1_2_1_1_1_3_1">
    <p:bg>
      <p:bgPr>
        <a:solidFill>
          <a:schemeClr val="dk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3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4279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63"/>
          <p:cNvSpPr>
            <a:spLocks noGrp="1"/>
          </p:cNvSpPr>
          <p:nvPr>
            <p:ph type="pic" idx="2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6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7" name="Google Shape;427;p63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27016" r="65175" b="48864"/>
          <a:stretch/>
        </p:blipFill>
        <p:spPr>
          <a:xfrm>
            <a:off x="0" y="12200"/>
            <a:ext cx="1875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6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4574700" cy="57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w image - White">
  <p:cSld name="CUSTOM_23_1_1_1_1_2_1_1_1_2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4"/>
          <p:cNvSpPr>
            <a:spLocks noGrp="1"/>
          </p:cNvSpPr>
          <p:nvPr>
            <p:ph type="pic" idx="2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64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279500" cy="56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64"/>
          <p:cNvSpPr txBox="1">
            <a:spLocks noGrp="1"/>
          </p:cNvSpPr>
          <p:nvPr>
            <p:ph type="body" idx="1"/>
          </p:nvPr>
        </p:nvSpPr>
        <p:spPr>
          <a:xfrm>
            <a:off x="4526275" y="994550"/>
            <a:ext cx="4279500" cy="33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33" name="Google Shape;433;p6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64" title="251117 YIR Spotify Wrapped_Topo - Full page - Light_FINAL.png"/>
          <p:cNvPicPr preferRelativeResize="0"/>
          <p:nvPr/>
        </p:nvPicPr>
        <p:blipFill rotWithShape="1">
          <a:blip r:embed="rId2">
            <a:alphaModFix/>
          </a:blip>
          <a:srcRect l="9010" r="88938"/>
          <a:stretch/>
        </p:blipFill>
        <p:spPr>
          <a:xfrm>
            <a:off x="8956475" y="0"/>
            <a:ext cx="1875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w image - Gold">
  <p:cSld name="CUSTOM_22_1_1_1_1_1_1_1_1_1_2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5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65"/>
          <p:cNvSpPr>
            <a:spLocks noGrp="1"/>
          </p:cNvSpPr>
          <p:nvPr>
            <p:ph type="pic" idx="2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6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65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64279" t="746" r="28781" b="982"/>
          <a:stretch/>
        </p:blipFill>
        <p:spPr>
          <a:xfrm rot="5400000">
            <a:off x="4517626" y="-4511799"/>
            <a:ext cx="154750" cy="917834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5"/>
          <p:cNvSpPr txBox="1">
            <a:spLocks noGrp="1"/>
          </p:cNvSpPr>
          <p:nvPr>
            <p:ph type="title"/>
          </p:nvPr>
        </p:nvSpPr>
        <p:spPr>
          <a:xfrm>
            <a:off x="338325" y="316150"/>
            <a:ext cx="38928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1" name="Google Shape;441;p65"/>
          <p:cNvSpPr txBox="1">
            <a:spLocks noGrp="1"/>
          </p:cNvSpPr>
          <p:nvPr>
            <p:ph type="subTitle" idx="1"/>
          </p:nvPr>
        </p:nvSpPr>
        <p:spPr>
          <a:xfrm>
            <a:off x="347650" y="16765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2" name="Google Shape;442;p65"/>
          <p:cNvSpPr txBox="1">
            <a:spLocks noGrp="1"/>
          </p:cNvSpPr>
          <p:nvPr>
            <p:ph type="body" idx="3"/>
          </p:nvPr>
        </p:nvSpPr>
        <p:spPr>
          <a:xfrm>
            <a:off x="338600" y="1257300"/>
            <a:ext cx="3892800" cy="29643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">
          <p15:clr>
            <a:srgbClr val="00F0E1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w image - Maroon">
  <p:cSld name="CUSTOM_23_1_1_1_1_1_1_1_1_1_3_2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66"/>
          <p:cNvSpPr>
            <a:spLocks noGrp="1"/>
          </p:cNvSpPr>
          <p:nvPr>
            <p:ph type="pic" idx="2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7" name="Google Shape;447;p66" title="250415-ASU TopoPattern-white.png"/>
          <p:cNvPicPr preferRelativeResize="0"/>
          <p:nvPr/>
        </p:nvPicPr>
        <p:blipFill rotWithShape="1">
          <a:blip r:embed="rId2">
            <a:alphaModFix amt="75000"/>
          </a:blip>
          <a:srcRect l="64279" t="746" r="28781" b="982"/>
          <a:stretch/>
        </p:blipFill>
        <p:spPr>
          <a:xfrm rot="5400000">
            <a:off x="4517626" y="-4511799"/>
            <a:ext cx="154750" cy="917834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6"/>
          <p:cNvSpPr txBox="1">
            <a:spLocks noGrp="1"/>
          </p:cNvSpPr>
          <p:nvPr>
            <p:ph type="title"/>
          </p:nvPr>
        </p:nvSpPr>
        <p:spPr>
          <a:xfrm>
            <a:off x="5004338" y="316150"/>
            <a:ext cx="38928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9" name="Google Shape;449;p66"/>
          <p:cNvSpPr txBox="1">
            <a:spLocks noGrp="1"/>
          </p:cNvSpPr>
          <p:nvPr>
            <p:ph type="subTitle" idx="1"/>
          </p:nvPr>
        </p:nvSpPr>
        <p:spPr>
          <a:xfrm>
            <a:off x="5013663" y="167650"/>
            <a:ext cx="23268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50" name="Google Shape;450;p66"/>
          <p:cNvSpPr txBox="1">
            <a:spLocks noGrp="1"/>
          </p:cNvSpPr>
          <p:nvPr>
            <p:ph type="body" idx="3"/>
          </p:nvPr>
        </p:nvSpPr>
        <p:spPr>
          <a:xfrm>
            <a:off x="5004625" y="1257300"/>
            <a:ext cx="3801000" cy="31164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w image - White">
  <p:cSld name="CUSTOM_23_1_1_1_1_1_1_1_1_1_2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7"/>
          <p:cNvSpPr>
            <a:spLocks noGrp="1"/>
          </p:cNvSpPr>
          <p:nvPr>
            <p:ph type="pic" idx="2"/>
          </p:nvPr>
        </p:nvSpPr>
        <p:spPr>
          <a:xfrm>
            <a:off x="731525" y="892300"/>
            <a:ext cx="2318100" cy="234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7"/>
          <p:cNvSpPr txBox="1">
            <a:spLocks noGrp="1"/>
          </p:cNvSpPr>
          <p:nvPr>
            <p:ph type="title"/>
          </p:nvPr>
        </p:nvSpPr>
        <p:spPr>
          <a:xfrm>
            <a:off x="3746575" y="892300"/>
            <a:ext cx="50592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4" name="Google Shape;454;p67"/>
          <p:cNvSpPr txBox="1">
            <a:spLocks noGrp="1"/>
          </p:cNvSpPr>
          <p:nvPr>
            <p:ph type="subTitle" idx="1"/>
          </p:nvPr>
        </p:nvSpPr>
        <p:spPr>
          <a:xfrm>
            <a:off x="3742975" y="723900"/>
            <a:ext cx="31161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7"/>
          <p:cNvSpPr txBox="1">
            <a:spLocks noGrp="1"/>
          </p:cNvSpPr>
          <p:nvPr>
            <p:ph type="body" idx="3"/>
          </p:nvPr>
        </p:nvSpPr>
        <p:spPr>
          <a:xfrm>
            <a:off x="3746575" y="1619200"/>
            <a:ext cx="4350600" cy="25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6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w image - Black">
  <p:cSld name="CUSTOM_23_1_1_1_1_1_1_1_1_1_2_1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68"/>
          <p:cNvSpPr>
            <a:spLocks noGrp="1"/>
          </p:cNvSpPr>
          <p:nvPr>
            <p:ph type="pic" idx="2"/>
          </p:nvPr>
        </p:nvSpPr>
        <p:spPr>
          <a:xfrm>
            <a:off x="731525" y="892300"/>
            <a:ext cx="2318100" cy="234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68"/>
          <p:cNvSpPr txBox="1">
            <a:spLocks noGrp="1"/>
          </p:cNvSpPr>
          <p:nvPr>
            <p:ph type="title"/>
          </p:nvPr>
        </p:nvSpPr>
        <p:spPr>
          <a:xfrm>
            <a:off x="3746575" y="892300"/>
            <a:ext cx="50592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1" name="Google Shape;461;p68"/>
          <p:cNvSpPr txBox="1">
            <a:spLocks noGrp="1"/>
          </p:cNvSpPr>
          <p:nvPr>
            <p:ph type="subTitle" idx="1"/>
          </p:nvPr>
        </p:nvSpPr>
        <p:spPr>
          <a:xfrm>
            <a:off x="3742975" y="723900"/>
            <a:ext cx="3116100" cy="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68"/>
          <p:cNvSpPr txBox="1">
            <a:spLocks noGrp="1"/>
          </p:cNvSpPr>
          <p:nvPr>
            <p:ph type="body" idx="3"/>
          </p:nvPr>
        </p:nvSpPr>
        <p:spPr>
          <a:xfrm>
            <a:off x="3746575" y="1619200"/>
            <a:ext cx="4350600" cy="25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w image - Gold, 1 photo">
  <p:cSld name="CUSTOM_22_1_1_1_1_1_1_1_1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9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69"/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6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69"/>
          <p:cNvSpPr txBox="1">
            <a:spLocks noGrp="1"/>
          </p:cNvSpPr>
          <p:nvPr>
            <p:ph type="title"/>
          </p:nvPr>
        </p:nvSpPr>
        <p:spPr>
          <a:xfrm>
            <a:off x="338325" y="316150"/>
            <a:ext cx="41877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8" name="Google Shape;468;p69"/>
          <p:cNvSpPr txBox="1">
            <a:spLocks noGrp="1"/>
          </p:cNvSpPr>
          <p:nvPr>
            <p:ph type="subTitle" idx="1"/>
          </p:nvPr>
        </p:nvSpPr>
        <p:spPr>
          <a:xfrm>
            <a:off x="348357" y="167650"/>
            <a:ext cx="25032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9" name="Google Shape;469;p69"/>
          <p:cNvSpPr txBox="1">
            <a:spLocks noGrp="1"/>
          </p:cNvSpPr>
          <p:nvPr>
            <p:ph type="body" idx="3"/>
          </p:nvPr>
        </p:nvSpPr>
        <p:spPr>
          <a:xfrm>
            <a:off x="338621" y="1257300"/>
            <a:ext cx="4187700" cy="29643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">
          <p15:clr>
            <a:srgbClr val="00F0E1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w image - Maroon, 1 photo">
  <p:cSld name="CUSTOM_22_1_1_1_1_1_1_1_1_1_1_2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0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70"/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7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0"/>
          <p:cNvSpPr txBox="1">
            <a:spLocks noGrp="1"/>
          </p:cNvSpPr>
          <p:nvPr>
            <p:ph type="title"/>
          </p:nvPr>
        </p:nvSpPr>
        <p:spPr>
          <a:xfrm>
            <a:off x="338325" y="316150"/>
            <a:ext cx="41877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5" name="Google Shape;475;p70"/>
          <p:cNvSpPr txBox="1">
            <a:spLocks noGrp="1"/>
          </p:cNvSpPr>
          <p:nvPr>
            <p:ph type="subTitle" idx="1"/>
          </p:nvPr>
        </p:nvSpPr>
        <p:spPr>
          <a:xfrm>
            <a:off x="348357" y="167650"/>
            <a:ext cx="25032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76" name="Google Shape;476;p70"/>
          <p:cNvSpPr txBox="1">
            <a:spLocks noGrp="1"/>
          </p:cNvSpPr>
          <p:nvPr>
            <p:ph type="body" idx="3"/>
          </p:nvPr>
        </p:nvSpPr>
        <p:spPr>
          <a:xfrm>
            <a:off x="338621" y="1257300"/>
            <a:ext cx="4187700" cy="29643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">
          <p15:clr>
            <a:srgbClr val="00F0E1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w image - Maroon, 3 photo">
  <p:cSld name="CUSTOM_23_1_1_1_1_2_1_1_1_1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1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71"/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71"/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71"/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71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71"/>
          <p:cNvSpPr txBox="1">
            <a:spLocks noGrp="1"/>
          </p:cNvSpPr>
          <p:nvPr>
            <p:ph type="title"/>
          </p:nvPr>
        </p:nvSpPr>
        <p:spPr>
          <a:xfrm>
            <a:off x="338325" y="316150"/>
            <a:ext cx="41877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4" name="Google Shape;484;p71"/>
          <p:cNvSpPr txBox="1">
            <a:spLocks noGrp="1"/>
          </p:cNvSpPr>
          <p:nvPr>
            <p:ph type="subTitle" idx="1"/>
          </p:nvPr>
        </p:nvSpPr>
        <p:spPr>
          <a:xfrm>
            <a:off x="348357" y="167650"/>
            <a:ext cx="25032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5" name="Google Shape;485;p71"/>
          <p:cNvSpPr txBox="1">
            <a:spLocks noGrp="1"/>
          </p:cNvSpPr>
          <p:nvPr>
            <p:ph type="body" idx="5"/>
          </p:nvPr>
        </p:nvSpPr>
        <p:spPr>
          <a:xfrm>
            <a:off x="338625" y="1257300"/>
            <a:ext cx="4187700" cy="31164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">
          <p15:clr>
            <a:srgbClr val="00F0E1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w image - Black, 3 photo">
  <p:cSld name="CUSTOM_23_1_1_1_1_2_1_1_1_1_1_1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72"/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72"/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72"/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7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2"/>
          <p:cNvSpPr txBox="1">
            <a:spLocks noGrp="1"/>
          </p:cNvSpPr>
          <p:nvPr>
            <p:ph type="title"/>
          </p:nvPr>
        </p:nvSpPr>
        <p:spPr>
          <a:xfrm>
            <a:off x="338325" y="316150"/>
            <a:ext cx="41877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3" name="Google Shape;493;p72"/>
          <p:cNvSpPr txBox="1">
            <a:spLocks noGrp="1"/>
          </p:cNvSpPr>
          <p:nvPr>
            <p:ph type="subTitle" idx="1"/>
          </p:nvPr>
        </p:nvSpPr>
        <p:spPr>
          <a:xfrm>
            <a:off x="348357" y="167650"/>
            <a:ext cx="2503200" cy="1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1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4" name="Google Shape;494;p72"/>
          <p:cNvSpPr txBox="1">
            <a:spLocks noGrp="1"/>
          </p:cNvSpPr>
          <p:nvPr>
            <p:ph type="body" idx="5"/>
          </p:nvPr>
        </p:nvSpPr>
        <p:spPr>
          <a:xfrm>
            <a:off x="338625" y="1257300"/>
            <a:ext cx="4187700" cy="31164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">
          <p15:clr>
            <a:srgbClr val="00F0E1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w image - Gold">
  <p:cSld name="CUSTOM_23_1_1_2_1_1_1_1_1_1_1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/>
          <p:nvPr/>
        </p:nvSpPr>
        <p:spPr>
          <a:xfrm>
            <a:off x="320050" y="886975"/>
            <a:ext cx="7543800" cy="34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73"/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73"/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73"/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7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1" name="Google Shape;501;p73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73"/>
          <p:cNvSpPr txBox="1">
            <a:spLocks noGrp="1"/>
          </p:cNvSpPr>
          <p:nvPr>
            <p:ph type="title"/>
          </p:nvPr>
        </p:nvSpPr>
        <p:spPr>
          <a:xfrm>
            <a:off x="640100" y="1095900"/>
            <a:ext cx="2295300" cy="6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3" name="Google Shape;503;p73"/>
          <p:cNvSpPr txBox="1">
            <a:spLocks noGrp="1"/>
          </p:cNvSpPr>
          <p:nvPr>
            <p:ph type="body" idx="1"/>
          </p:nvPr>
        </p:nvSpPr>
        <p:spPr>
          <a:xfrm>
            <a:off x="639925" y="1873100"/>
            <a:ext cx="2326800" cy="21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w image - Black">
  <p:cSld name="CUSTOM_23_1_1_2_1_1_1_1_1_1_1_1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4"/>
          <p:cNvSpPr/>
          <p:nvPr/>
        </p:nvSpPr>
        <p:spPr>
          <a:xfrm>
            <a:off x="320050" y="886975"/>
            <a:ext cx="7543800" cy="348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74"/>
          <p:cNvSpPr txBox="1">
            <a:spLocks noGrp="1"/>
          </p:cNvSpPr>
          <p:nvPr>
            <p:ph type="title"/>
          </p:nvPr>
        </p:nvSpPr>
        <p:spPr>
          <a:xfrm>
            <a:off x="640100" y="1095900"/>
            <a:ext cx="2295300" cy="6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74"/>
          <p:cNvSpPr txBox="1">
            <a:spLocks noGrp="1"/>
          </p:cNvSpPr>
          <p:nvPr>
            <p:ph type="body" idx="1"/>
          </p:nvPr>
        </p:nvSpPr>
        <p:spPr>
          <a:xfrm>
            <a:off x="639925" y="1873100"/>
            <a:ext cx="2326800" cy="21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74"/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74"/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74"/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7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74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w image - 3 cards">
  <p:cSld name="CUSTOM_25_1_1_2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5"/>
          <p:cNvSpPr/>
          <p:nvPr/>
        </p:nvSpPr>
        <p:spPr>
          <a:xfrm>
            <a:off x="353950" y="899300"/>
            <a:ext cx="24141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75"/>
          <p:cNvSpPr txBox="1">
            <a:spLocks noGrp="1"/>
          </p:cNvSpPr>
          <p:nvPr>
            <p:ph type="body" idx="1"/>
          </p:nvPr>
        </p:nvSpPr>
        <p:spPr>
          <a:xfrm>
            <a:off x="561175" y="272870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6" name="Google Shape;516;p75"/>
          <p:cNvSpPr>
            <a:spLocks noGrp="1"/>
          </p:cNvSpPr>
          <p:nvPr>
            <p:ph type="pic" idx="2"/>
          </p:nvPr>
        </p:nvSpPr>
        <p:spPr>
          <a:xfrm>
            <a:off x="353950" y="89930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75"/>
          <p:cNvSpPr txBox="1">
            <a:spLocks noGrp="1"/>
          </p:cNvSpPr>
          <p:nvPr>
            <p:ph type="subTitle" idx="3"/>
          </p:nvPr>
        </p:nvSpPr>
        <p:spPr>
          <a:xfrm>
            <a:off x="565308" y="240912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18" name="Google Shape;518;p75"/>
          <p:cNvSpPr/>
          <p:nvPr/>
        </p:nvSpPr>
        <p:spPr>
          <a:xfrm>
            <a:off x="3364950" y="899300"/>
            <a:ext cx="24141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75"/>
          <p:cNvSpPr txBox="1">
            <a:spLocks noGrp="1"/>
          </p:cNvSpPr>
          <p:nvPr>
            <p:ph type="body" idx="4"/>
          </p:nvPr>
        </p:nvSpPr>
        <p:spPr>
          <a:xfrm>
            <a:off x="3572175" y="272870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0" name="Google Shape;520;p75"/>
          <p:cNvSpPr>
            <a:spLocks noGrp="1"/>
          </p:cNvSpPr>
          <p:nvPr>
            <p:ph type="pic" idx="5"/>
          </p:nvPr>
        </p:nvSpPr>
        <p:spPr>
          <a:xfrm>
            <a:off x="3360763" y="89930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75"/>
          <p:cNvSpPr txBox="1">
            <a:spLocks noGrp="1"/>
          </p:cNvSpPr>
          <p:nvPr>
            <p:ph type="subTitle" idx="6"/>
          </p:nvPr>
        </p:nvSpPr>
        <p:spPr>
          <a:xfrm>
            <a:off x="3576308" y="240912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2" name="Google Shape;522;p75"/>
          <p:cNvSpPr/>
          <p:nvPr/>
        </p:nvSpPr>
        <p:spPr>
          <a:xfrm>
            <a:off x="6386625" y="899300"/>
            <a:ext cx="24141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75"/>
          <p:cNvSpPr txBox="1">
            <a:spLocks noGrp="1"/>
          </p:cNvSpPr>
          <p:nvPr>
            <p:ph type="body" idx="7"/>
          </p:nvPr>
        </p:nvSpPr>
        <p:spPr>
          <a:xfrm>
            <a:off x="6593850" y="272870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4" name="Google Shape;524;p75"/>
          <p:cNvSpPr>
            <a:spLocks noGrp="1"/>
          </p:cNvSpPr>
          <p:nvPr>
            <p:ph type="pic" idx="8"/>
          </p:nvPr>
        </p:nvSpPr>
        <p:spPr>
          <a:xfrm>
            <a:off x="6386625" y="89930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75"/>
          <p:cNvSpPr txBox="1">
            <a:spLocks noGrp="1"/>
          </p:cNvSpPr>
          <p:nvPr>
            <p:ph type="subTitle" idx="9"/>
          </p:nvPr>
        </p:nvSpPr>
        <p:spPr>
          <a:xfrm>
            <a:off x="6597983" y="240912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6" name="Google Shape;526;p7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75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500" cy="46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w image - 4 cards">
  <p:cSld name="CUSTOM_25_1_1_2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6"/>
          <p:cNvSpPr/>
          <p:nvPr/>
        </p:nvSpPr>
        <p:spPr>
          <a:xfrm>
            <a:off x="344425" y="899300"/>
            <a:ext cx="19935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76"/>
          <p:cNvSpPr txBox="1">
            <a:spLocks noGrp="1"/>
          </p:cNvSpPr>
          <p:nvPr>
            <p:ph type="body" idx="1"/>
          </p:nvPr>
        </p:nvSpPr>
        <p:spPr>
          <a:xfrm>
            <a:off x="515537" y="272870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1" name="Google Shape;531;p76"/>
          <p:cNvSpPr>
            <a:spLocks noGrp="1"/>
          </p:cNvSpPr>
          <p:nvPr>
            <p:ph type="pic" idx="2"/>
          </p:nvPr>
        </p:nvSpPr>
        <p:spPr>
          <a:xfrm>
            <a:off x="344425" y="89930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76"/>
          <p:cNvSpPr txBox="1">
            <a:spLocks noGrp="1"/>
          </p:cNvSpPr>
          <p:nvPr>
            <p:ph type="subTitle" idx="3"/>
          </p:nvPr>
        </p:nvSpPr>
        <p:spPr>
          <a:xfrm>
            <a:off x="518950" y="240912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6"/>
          <p:cNvSpPr/>
          <p:nvPr/>
        </p:nvSpPr>
        <p:spPr>
          <a:xfrm>
            <a:off x="2495550" y="899300"/>
            <a:ext cx="19935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76"/>
          <p:cNvSpPr txBox="1">
            <a:spLocks noGrp="1"/>
          </p:cNvSpPr>
          <p:nvPr>
            <p:ph type="body" idx="4"/>
          </p:nvPr>
        </p:nvSpPr>
        <p:spPr>
          <a:xfrm>
            <a:off x="2666662" y="272870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5" name="Google Shape;535;p76"/>
          <p:cNvSpPr>
            <a:spLocks noGrp="1"/>
          </p:cNvSpPr>
          <p:nvPr>
            <p:ph type="pic" idx="5"/>
          </p:nvPr>
        </p:nvSpPr>
        <p:spPr>
          <a:xfrm>
            <a:off x="2495475" y="89930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76"/>
          <p:cNvSpPr txBox="1">
            <a:spLocks noGrp="1"/>
          </p:cNvSpPr>
          <p:nvPr>
            <p:ph type="subTitle" idx="6"/>
          </p:nvPr>
        </p:nvSpPr>
        <p:spPr>
          <a:xfrm>
            <a:off x="2670075" y="240912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76"/>
          <p:cNvSpPr/>
          <p:nvPr/>
        </p:nvSpPr>
        <p:spPr>
          <a:xfrm>
            <a:off x="4636775" y="899300"/>
            <a:ext cx="19935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76"/>
          <p:cNvSpPr txBox="1">
            <a:spLocks noGrp="1"/>
          </p:cNvSpPr>
          <p:nvPr>
            <p:ph type="body" idx="7"/>
          </p:nvPr>
        </p:nvSpPr>
        <p:spPr>
          <a:xfrm>
            <a:off x="4807887" y="272870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9" name="Google Shape;539;p76"/>
          <p:cNvSpPr>
            <a:spLocks noGrp="1"/>
          </p:cNvSpPr>
          <p:nvPr>
            <p:ph type="pic" idx="8"/>
          </p:nvPr>
        </p:nvSpPr>
        <p:spPr>
          <a:xfrm>
            <a:off x="4646525" y="89930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76"/>
          <p:cNvSpPr txBox="1">
            <a:spLocks noGrp="1"/>
          </p:cNvSpPr>
          <p:nvPr>
            <p:ph type="subTitle" idx="9"/>
          </p:nvPr>
        </p:nvSpPr>
        <p:spPr>
          <a:xfrm>
            <a:off x="4811300" y="240912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76"/>
          <p:cNvSpPr/>
          <p:nvPr/>
        </p:nvSpPr>
        <p:spPr>
          <a:xfrm>
            <a:off x="6797575" y="899300"/>
            <a:ext cx="1993500" cy="3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76"/>
          <p:cNvSpPr txBox="1">
            <a:spLocks noGrp="1"/>
          </p:cNvSpPr>
          <p:nvPr>
            <p:ph type="body" idx="13"/>
          </p:nvPr>
        </p:nvSpPr>
        <p:spPr>
          <a:xfrm>
            <a:off x="6968687" y="272870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43" name="Google Shape;543;p76"/>
          <p:cNvSpPr>
            <a:spLocks noGrp="1"/>
          </p:cNvSpPr>
          <p:nvPr>
            <p:ph type="pic" idx="14"/>
          </p:nvPr>
        </p:nvSpPr>
        <p:spPr>
          <a:xfrm>
            <a:off x="6797575" y="89930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76"/>
          <p:cNvSpPr txBox="1">
            <a:spLocks noGrp="1"/>
          </p:cNvSpPr>
          <p:nvPr>
            <p:ph type="subTitle" idx="15"/>
          </p:nvPr>
        </p:nvSpPr>
        <p:spPr>
          <a:xfrm>
            <a:off x="6972100" y="240912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7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5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highlight>
                  <a:schemeClr val="accent1"/>
                </a:highlight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w image - photo grid">
  <p:cSld name="CUSTOM_25_1_1_2_1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7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5019900" cy="57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9" name="Google Shape;549;p77"/>
          <p:cNvSpPr txBox="1">
            <a:spLocks noGrp="1"/>
          </p:cNvSpPr>
          <p:nvPr>
            <p:ph type="body" idx="1"/>
          </p:nvPr>
        </p:nvSpPr>
        <p:spPr>
          <a:xfrm>
            <a:off x="338325" y="1095900"/>
            <a:ext cx="5059200" cy="32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0" name="Google Shape;550;p77"/>
          <p:cNvSpPr>
            <a:spLocks noGrp="1"/>
          </p:cNvSpPr>
          <p:nvPr>
            <p:ph type="pic" idx="2"/>
          </p:nvPr>
        </p:nvSpPr>
        <p:spPr>
          <a:xfrm>
            <a:off x="7389923" y="-18975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p77"/>
          <p:cNvSpPr>
            <a:spLocks noGrp="1"/>
          </p:cNvSpPr>
          <p:nvPr>
            <p:ph type="pic" idx="3"/>
          </p:nvPr>
        </p:nvSpPr>
        <p:spPr>
          <a:xfrm>
            <a:off x="5607371" y="-18975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77"/>
          <p:cNvSpPr>
            <a:spLocks noGrp="1"/>
          </p:cNvSpPr>
          <p:nvPr>
            <p:ph type="pic" idx="4"/>
          </p:nvPr>
        </p:nvSpPr>
        <p:spPr>
          <a:xfrm>
            <a:off x="7389923" y="1701850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77"/>
          <p:cNvSpPr>
            <a:spLocks noGrp="1"/>
          </p:cNvSpPr>
          <p:nvPr>
            <p:ph type="pic" idx="5"/>
          </p:nvPr>
        </p:nvSpPr>
        <p:spPr>
          <a:xfrm>
            <a:off x="5607371" y="1701850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77"/>
          <p:cNvSpPr>
            <a:spLocks noGrp="1"/>
          </p:cNvSpPr>
          <p:nvPr>
            <p:ph type="pic" idx="6"/>
          </p:nvPr>
        </p:nvSpPr>
        <p:spPr>
          <a:xfrm>
            <a:off x="7389923" y="3422675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77"/>
          <p:cNvSpPr>
            <a:spLocks noGrp="1"/>
          </p:cNvSpPr>
          <p:nvPr>
            <p:ph type="pic" idx="7"/>
          </p:nvPr>
        </p:nvSpPr>
        <p:spPr>
          <a:xfrm>
            <a:off x="5607371" y="3422675"/>
            <a:ext cx="1782600" cy="1720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7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7 Text w image - photo">
  <p:cSld name="CUSTOM_23_1_1_1_1_1_1_2_1_3_1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8"/>
          <p:cNvSpPr>
            <a:spLocks noGrp="1"/>
          </p:cNvSpPr>
          <p:nvPr>
            <p:ph type="pic" idx="2"/>
          </p:nvPr>
        </p:nvSpPr>
        <p:spPr>
          <a:xfrm>
            <a:off x="9225" y="-9225"/>
            <a:ext cx="9144000" cy="24294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78"/>
          <p:cNvSpPr txBox="1">
            <a:spLocks noGrp="1"/>
          </p:cNvSpPr>
          <p:nvPr>
            <p:ph type="title"/>
          </p:nvPr>
        </p:nvSpPr>
        <p:spPr>
          <a:xfrm>
            <a:off x="722550" y="1725450"/>
            <a:ext cx="7671600" cy="86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228600" rIns="228600" bIns="228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78"/>
          <p:cNvSpPr txBox="1">
            <a:spLocks noGrp="1"/>
          </p:cNvSpPr>
          <p:nvPr>
            <p:ph type="body" idx="1"/>
          </p:nvPr>
        </p:nvSpPr>
        <p:spPr>
          <a:xfrm>
            <a:off x="917225" y="2585550"/>
            <a:ext cx="7113900" cy="17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pic>
        <p:nvPicPr>
          <p:cNvPr id="561" name="Google Shape;561;p78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Stats and data options →">
  <p:cSld name="CUSTOM_23_1_1_1_1_2_1_1_1_1_1_1_1_1_1_2_1">
    <p:bg>
      <p:bgPr>
        <a:solidFill>
          <a:schemeClr val="accent5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 txBox="1"/>
          <p:nvPr/>
        </p:nvSpPr>
        <p:spPr>
          <a:xfrm>
            <a:off x="2411725" y="-145"/>
            <a:ext cx="62883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Stats and data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564" name="Google Shape;564;p79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79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Stats - 3 stats">
  <p:cSld name="CUSTOM_25_2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0"/>
          <p:cNvSpPr txBox="1">
            <a:spLocks noGrp="1"/>
          </p:cNvSpPr>
          <p:nvPr>
            <p:ph type="body" idx="1"/>
          </p:nvPr>
        </p:nvSpPr>
        <p:spPr>
          <a:xfrm>
            <a:off x="334900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9pPr>
          </a:lstStyle>
          <a:p>
            <a:endParaRPr/>
          </a:p>
        </p:txBody>
      </p:sp>
      <p:sp>
        <p:nvSpPr>
          <p:cNvPr id="568" name="Google Shape;568;p80"/>
          <p:cNvSpPr txBox="1">
            <a:spLocks noGrp="1"/>
          </p:cNvSpPr>
          <p:nvPr>
            <p:ph type="body" idx="2"/>
          </p:nvPr>
        </p:nvSpPr>
        <p:spPr>
          <a:xfrm>
            <a:off x="3353200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9pPr>
          </a:lstStyle>
          <a:p>
            <a:endParaRPr/>
          </a:p>
        </p:txBody>
      </p:sp>
      <p:sp>
        <p:nvSpPr>
          <p:cNvPr id="569" name="Google Shape;569;p80"/>
          <p:cNvSpPr txBox="1">
            <a:spLocks noGrp="1"/>
          </p:cNvSpPr>
          <p:nvPr>
            <p:ph type="body" idx="3"/>
          </p:nvPr>
        </p:nvSpPr>
        <p:spPr>
          <a:xfrm>
            <a:off x="6381025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1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 b="1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 b="1"/>
            </a:lvl9pPr>
          </a:lstStyle>
          <a:p>
            <a:endParaRPr/>
          </a:p>
        </p:txBody>
      </p:sp>
      <p:sp>
        <p:nvSpPr>
          <p:cNvPr id="570" name="Google Shape;570;p80"/>
          <p:cNvSpPr txBox="1">
            <a:spLocks noGrp="1"/>
          </p:cNvSpPr>
          <p:nvPr>
            <p:ph type="title"/>
          </p:nvPr>
        </p:nvSpPr>
        <p:spPr>
          <a:xfrm>
            <a:off x="351100" y="1272954"/>
            <a:ext cx="2414100" cy="130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71" name="Google Shape;571;p80"/>
          <p:cNvSpPr txBox="1">
            <a:spLocks noGrp="1"/>
          </p:cNvSpPr>
          <p:nvPr>
            <p:ph type="title" idx="4"/>
          </p:nvPr>
        </p:nvSpPr>
        <p:spPr>
          <a:xfrm>
            <a:off x="3353200" y="1272954"/>
            <a:ext cx="2414100" cy="130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72" name="Google Shape;572;p80"/>
          <p:cNvSpPr txBox="1">
            <a:spLocks noGrp="1"/>
          </p:cNvSpPr>
          <p:nvPr>
            <p:ph type="title" idx="5"/>
          </p:nvPr>
        </p:nvSpPr>
        <p:spPr>
          <a:xfrm>
            <a:off x="6381025" y="1272954"/>
            <a:ext cx="2414100" cy="130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73" name="Google Shape;573;p8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4" name="Google Shape;574;p80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0"/>
          <p:cNvSpPr txBox="1">
            <a:spLocks noGrp="1"/>
          </p:cNvSpPr>
          <p:nvPr>
            <p:ph type="body" idx="6"/>
          </p:nvPr>
        </p:nvSpPr>
        <p:spPr>
          <a:xfrm>
            <a:off x="346575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6" name="Google Shape;576;p80"/>
          <p:cNvSpPr txBox="1">
            <a:spLocks noGrp="1"/>
          </p:cNvSpPr>
          <p:nvPr>
            <p:ph type="body" idx="7"/>
          </p:nvPr>
        </p:nvSpPr>
        <p:spPr>
          <a:xfrm>
            <a:off x="3353200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7" name="Google Shape;577;p80"/>
          <p:cNvSpPr txBox="1">
            <a:spLocks noGrp="1"/>
          </p:cNvSpPr>
          <p:nvPr>
            <p:ph type="body" idx="8"/>
          </p:nvPr>
        </p:nvSpPr>
        <p:spPr>
          <a:xfrm>
            <a:off x="6392700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8" name="Google Shape;578;p80"/>
          <p:cNvSpPr txBox="1">
            <a:spLocks noGrp="1"/>
          </p:cNvSpPr>
          <p:nvPr>
            <p:ph type="title" idx="9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Stats - 3 stats">
  <p:cSld name="CUSTOM_25_2_2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1"/>
          <p:cNvSpPr txBox="1">
            <a:spLocks noGrp="1"/>
          </p:cNvSpPr>
          <p:nvPr>
            <p:ph type="body" idx="1"/>
          </p:nvPr>
        </p:nvSpPr>
        <p:spPr>
          <a:xfrm>
            <a:off x="334900" y="2575550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1" name="Google Shape;581;p81"/>
          <p:cNvSpPr txBox="1">
            <a:spLocks noGrp="1"/>
          </p:cNvSpPr>
          <p:nvPr>
            <p:ph type="body" idx="2"/>
          </p:nvPr>
        </p:nvSpPr>
        <p:spPr>
          <a:xfrm>
            <a:off x="3353200" y="2575550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2" name="Google Shape;582;p81"/>
          <p:cNvSpPr txBox="1">
            <a:spLocks noGrp="1"/>
          </p:cNvSpPr>
          <p:nvPr>
            <p:ph type="body" idx="3"/>
          </p:nvPr>
        </p:nvSpPr>
        <p:spPr>
          <a:xfrm>
            <a:off x="6390550" y="2575550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400"/>
              </a:spcBef>
              <a:spcAft>
                <a:spcPts val="4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3" name="Google Shape;583;p81"/>
          <p:cNvSpPr txBox="1">
            <a:spLocks noGrp="1"/>
          </p:cNvSpPr>
          <p:nvPr>
            <p:ph type="title"/>
          </p:nvPr>
        </p:nvSpPr>
        <p:spPr>
          <a:xfrm>
            <a:off x="351100" y="1095900"/>
            <a:ext cx="2414100" cy="148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84" name="Google Shape;584;p81"/>
          <p:cNvSpPr txBox="1">
            <a:spLocks noGrp="1"/>
          </p:cNvSpPr>
          <p:nvPr>
            <p:ph type="title" idx="4"/>
          </p:nvPr>
        </p:nvSpPr>
        <p:spPr>
          <a:xfrm>
            <a:off x="3353200" y="1095900"/>
            <a:ext cx="2414100" cy="148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85" name="Google Shape;585;p81"/>
          <p:cNvSpPr txBox="1">
            <a:spLocks noGrp="1"/>
          </p:cNvSpPr>
          <p:nvPr>
            <p:ph type="title" idx="5"/>
          </p:nvPr>
        </p:nvSpPr>
        <p:spPr>
          <a:xfrm>
            <a:off x="6390550" y="1095900"/>
            <a:ext cx="2414100" cy="148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86" name="Google Shape;586;p81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81"/>
          <p:cNvSpPr txBox="1">
            <a:spLocks noGrp="1"/>
          </p:cNvSpPr>
          <p:nvPr>
            <p:ph type="subTitle" idx="6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588" name="Google Shape;588;p81"/>
          <p:cNvSpPr txBox="1">
            <a:spLocks noGrp="1"/>
          </p:cNvSpPr>
          <p:nvPr>
            <p:ph type="title" idx="7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Stats - 6 stats">
  <p:cSld name="CUSTOM_23_1_1_1_1_1_1_1_1_1_1_1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2"/>
          <p:cNvSpPr txBox="1">
            <a:spLocks noGrp="1"/>
          </p:cNvSpPr>
          <p:nvPr>
            <p:ph type="body" idx="1"/>
          </p:nvPr>
        </p:nvSpPr>
        <p:spPr>
          <a:xfrm>
            <a:off x="344425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1" name="Google Shape;591;p82"/>
          <p:cNvSpPr txBox="1">
            <a:spLocks noGrp="1"/>
          </p:cNvSpPr>
          <p:nvPr>
            <p:ph type="body" idx="2"/>
          </p:nvPr>
        </p:nvSpPr>
        <p:spPr>
          <a:xfrm>
            <a:off x="3362725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2" name="Google Shape;592;p82"/>
          <p:cNvSpPr txBox="1">
            <a:spLocks noGrp="1"/>
          </p:cNvSpPr>
          <p:nvPr>
            <p:ph type="body" idx="3"/>
          </p:nvPr>
        </p:nvSpPr>
        <p:spPr>
          <a:xfrm>
            <a:off x="6390550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3" name="Google Shape;593;p82"/>
          <p:cNvSpPr txBox="1">
            <a:spLocks noGrp="1"/>
          </p:cNvSpPr>
          <p:nvPr>
            <p:ph type="title"/>
          </p:nvPr>
        </p:nvSpPr>
        <p:spPr>
          <a:xfrm>
            <a:off x="360625" y="892300"/>
            <a:ext cx="2414100" cy="110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4" name="Google Shape;594;p82"/>
          <p:cNvSpPr txBox="1">
            <a:spLocks noGrp="1"/>
          </p:cNvSpPr>
          <p:nvPr>
            <p:ph type="title" idx="4"/>
          </p:nvPr>
        </p:nvSpPr>
        <p:spPr>
          <a:xfrm>
            <a:off x="3362725" y="892300"/>
            <a:ext cx="2414100" cy="110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5" name="Google Shape;595;p82"/>
          <p:cNvSpPr txBox="1">
            <a:spLocks noGrp="1"/>
          </p:cNvSpPr>
          <p:nvPr>
            <p:ph type="title" idx="5"/>
          </p:nvPr>
        </p:nvSpPr>
        <p:spPr>
          <a:xfrm>
            <a:off x="6390550" y="892300"/>
            <a:ext cx="2414100" cy="110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6" name="Google Shape;596;p82"/>
          <p:cNvSpPr txBox="1">
            <a:spLocks noGrp="1"/>
          </p:cNvSpPr>
          <p:nvPr>
            <p:ph type="body" idx="6"/>
          </p:nvPr>
        </p:nvSpPr>
        <p:spPr>
          <a:xfrm>
            <a:off x="344425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7" name="Google Shape;597;p82"/>
          <p:cNvSpPr txBox="1">
            <a:spLocks noGrp="1"/>
          </p:cNvSpPr>
          <p:nvPr>
            <p:ph type="body" idx="7"/>
          </p:nvPr>
        </p:nvSpPr>
        <p:spPr>
          <a:xfrm>
            <a:off x="3362725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8" name="Google Shape;598;p82"/>
          <p:cNvSpPr txBox="1">
            <a:spLocks noGrp="1"/>
          </p:cNvSpPr>
          <p:nvPr>
            <p:ph type="body" idx="8"/>
          </p:nvPr>
        </p:nvSpPr>
        <p:spPr>
          <a:xfrm>
            <a:off x="6390550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9" name="Google Shape;599;p82"/>
          <p:cNvSpPr txBox="1">
            <a:spLocks noGrp="1"/>
          </p:cNvSpPr>
          <p:nvPr>
            <p:ph type="title" idx="9"/>
          </p:nvPr>
        </p:nvSpPr>
        <p:spPr>
          <a:xfrm>
            <a:off x="360625" y="2585450"/>
            <a:ext cx="24141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0" name="Google Shape;600;p82"/>
          <p:cNvSpPr txBox="1">
            <a:spLocks noGrp="1"/>
          </p:cNvSpPr>
          <p:nvPr>
            <p:ph type="title" idx="13"/>
          </p:nvPr>
        </p:nvSpPr>
        <p:spPr>
          <a:xfrm>
            <a:off x="3362725" y="2585450"/>
            <a:ext cx="24141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1" name="Google Shape;601;p82"/>
          <p:cNvSpPr txBox="1">
            <a:spLocks noGrp="1"/>
          </p:cNvSpPr>
          <p:nvPr>
            <p:ph type="title" idx="14"/>
          </p:nvPr>
        </p:nvSpPr>
        <p:spPr>
          <a:xfrm>
            <a:off x="6390550" y="2585450"/>
            <a:ext cx="24141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2" name="Google Shape;602;p8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82"/>
          <p:cNvSpPr txBox="1">
            <a:spLocks noGrp="1"/>
          </p:cNvSpPr>
          <p:nvPr>
            <p:ph type="title" idx="15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Stats - 6 stats">
  <p:cSld name="CUSTOM_23_1_1_1_1_1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06" name="Google Shape;606;p8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607" name="Google Shape;607;p83"/>
          <p:cNvSpPr txBox="1">
            <a:spLocks noGrp="1"/>
          </p:cNvSpPr>
          <p:nvPr>
            <p:ph type="subTitle" idx="1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08" name="Google Shape;608;p83"/>
          <p:cNvSpPr txBox="1">
            <a:spLocks noGrp="1"/>
          </p:cNvSpPr>
          <p:nvPr>
            <p:ph type="body" idx="2"/>
          </p:nvPr>
        </p:nvSpPr>
        <p:spPr>
          <a:xfrm>
            <a:off x="344425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9" name="Google Shape;609;p83"/>
          <p:cNvSpPr txBox="1">
            <a:spLocks noGrp="1"/>
          </p:cNvSpPr>
          <p:nvPr>
            <p:ph type="body" idx="3"/>
          </p:nvPr>
        </p:nvSpPr>
        <p:spPr>
          <a:xfrm>
            <a:off x="3362725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0" name="Google Shape;610;p83"/>
          <p:cNvSpPr txBox="1">
            <a:spLocks noGrp="1"/>
          </p:cNvSpPr>
          <p:nvPr>
            <p:ph type="body" idx="4"/>
          </p:nvPr>
        </p:nvSpPr>
        <p:spPr>
          <a:xfrm>
            <a:off x="6390550" y="2111175"/>
            <a:ext cx="2414100" cy="4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1" name="Google Shape;611;p83"/>
          <p:cNvSpPr txBox="1">
            <a:spLocks noGrp="1"/>
          </p:cNvSpPr>
          <p:nvPr>
            <p:ph type="title" idx="5"/>
          </p:nvPr>
        </p:nvSpPr>
        <p:spPr>
          <a:xfrm>
            <a:off x="360625" y="1026688"/>
            <a:ext cx="2414100" cy="97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83"/>
          <p:cNvSpPr txBox="1">
            <a:spLocks noGrp="1"/>
          </p:cNvSpPr>
          <p:nvPr>
            <p:ph type="title" idx="6"/>
          </p:nvPr>
        </p:nvSpPr>
        <p:spPr>
          <a:xfrm>
            <a:off x="3362725" y="1026688"/>
            <a:ext cx="2414100" cy="97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83"/>
          <p:cNvSpPr txBox="1">
            <a:spLocks noGrp="1"/>
          </p:cNvSpPr>
          <p:nvPr>
            <p:ph type="title" idx="7"/>
          </p:nvPr>
        </p:nvSpPr>
        <p:spPr>
          <a:xfrm>
            <a:off x="6390550" y="1026688"/>
            <a:ext cx="2414100" cy="97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4" name="Google Shape;614;p83"/>
          <p:cNvSpPr txBox="1">
            <a:spLocks noGrp="1"/>
          </p:cNvSpPr>
          <p:nvPr>
            <p:ph type="body" idx="8"/>
          </p:nvPr>
        </p:nvSpPr>
        <p:spPr>
          <a:xfrm>
            <a:off x="344425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5" name="Google Shape;615;p83"/>
          <p:cNvSpPr txBox="1">
            <a:spLocks noGrp="1"/>
          </p:cNvSpPr>
          <p:nvPr>
            <p:ph type="body" idx="9"/>
          </p:nvPr>
        </p:nvSpPr>
        <p:spPr>
          <a:xfrm>
            <a:off x="3362725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6" name="Google Shape;616;p83"/>
          <p:cNvSpPr txBox="1">
            <a:spLocks noGrp="1"/>
          </p:cNvSpPr>
          <p:nvPr>
            <p:ph type="body" idx="13"/>
          </p:nvPr>
        </p:nvSpPr>
        <p:spPr>
          <a:xfrm>
            <a:off x="6390550" y="3708500"/>
            <a:ext cx="2414100" cy="6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7" name="Google Shape;617;p83"/>
          <p:cNvSpPr txBox="1">
            <a:spLocks noGrp="1"/>
          </p:cNvSpPr>
          <p:nvPr>
            <p:ph type="title" idx="14"/>
          </p:nvPr>
        </p:nvSpPr>
        <p:spPr>
          <a:xfrm>
            <a:off x="360625" y="2533650"/>
            <a:ext cx="2414100" cy="104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83"/>
          <p:cNvSpPr txBox="1">
            <a:spLocks noGrp="1"/>
          </p:cNvSpPr>
          <p:nvPr>
            <p:ph type="title" idx="15"/>
          </p:nvPr>
        </p:nvSpPr>
        <p:spPr>
          <a:xfrm>
            <a:off x="3362725" y="2533650"/>
            <a:ext cx="2414100" cy="104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9" name="Google Shape;619;p83"/>
          <p:cNvSpPr txBox="1">
            <a:spLocks noGrp="1"/>
          </p:cNvSpPr>
          <p:nvPr>
            <p:ph type="title" idx="16"/>
          </p:nvPr>
        </p:nvSpPr>
        <p:spPr>
          <a:xfrm>
            <a:off x="6390550" y="2533650"/>
            <a:ext cx="2414100" cy="104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3 stats, gold">
  <p:cSld name="CUSTOM_25_1_1">
    <p:bg>
      <p:bgPr>
        <a:solidFill>
          <a:schemeClr val="accent1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4"/>
          <p:cNvSpPr/>
          <p:nvPr/>
        </p:nvSpPr>
        <p:spPr>
          <a:xfrm>
            <a:off x="338325" y="18834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84"/>
          <p:cNvSpPr txBox="1">
            <a:spLocks noGrp="1"/>
          </p:cNvSpPr>
          <p:nvPr>
            <p:ph type="title"/>
          </p:nvPr>
        </p:nvSpPr>
        <p:spPr>
          <a:xfrm>
            <a:off x="5131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3" name="Google Shape;623;p84"/>
          <p:cNvSpPr txBox="1">
            <a:spLocks noGrp="1"/>
          </p:cNvSpPr>
          <p:nvPr>
            <p:ph type="body" idx="1"/>
          </p:nvPr>
        </p:nvSpPr>
        <p:spPr>
          <a:xfrm>
            <a:off x="52262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4" name="Google Shape;624;p84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84"/>
          <p:cNvSpPr txBox="1">
            <a:spLocks noGrp="1"/>
          </p:cNvSpPr>
          <p:nvPr>
            <p:ph type="title" idx="2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6" name="Google Shape;626;p84"/>
          <p:cNvSpPr txBox="1">
            <a:spLocks noGrp="1"/>
          </p:cNvSpPr>
          <p:nvPr>
            <p:ph type="body" idx="3"/>
          </p:nvPr>
        </p:nvSpPr>
        <p:spPr>
          <a:xfrm>
            <a:off x="35336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7" name="Google Shape;627;p84"/>
          <p:cNvSpPr/>
          <p:nvPr/>
        </p:nvSpPr>
        <p:spPr>
          <a:xfrm>
            <a:off x="63915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84"/>
          <p:cNvSpPr txBox="1">
            <a:spLocks noGrp="1"/>
          </p:cNvSpPr>
          <p:nvPr>
            <p:ph type="title" idx="4"/>
          </p:nvPr>
        </p:nvSpPr>
        <p:spPr>
          <a:xfrm>
            <a:off x="65549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9" name="Google Shape;629;p84"/>
          <p:cNvSpPr txBox="1">
            <a:spLocks noGrp="1"/>
          </p:cNvSpPr>
          <p:nvPr>
            <p:ph type="body" idx="5"/>
          </p:nvPr>
        </p:nvSpPr>
        <p:spPr>
          <a:xfrm>
            <a:off x="65549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0" name="Google Shape;630;p8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1" name="Google Shape;631;p84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84"/>
          <p:cNvSpPr txBox="1">
            <a:spLocks noGrp="1"/>
          </p:cNvSpPr>
          <p:nvPr>
            <p:ph type="title" idx="6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633" name="Google Shape;633;p84"/>
          <p:cNvSpPr txBox="1">
            <a:spLocks noGrp="1"/>
          </p:cNvSpPr>
          <p:nvPr>
            <p:ph type="subTitle" idx="7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3 stats, black">
  <p:cSld name="CUSTOM_25_1_1_3">
    <p:bg>
      <p:bgPr>
        <a:solidFill>
          <a:schemeClr val="dk1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6" name="Google Shape;636;p85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85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638" name="Google Shape;638;p85"/>
          <p:cNvSpPr txBox="1">
            <a:spLocks noGrp="1"/>
          </p:cNvSpPr>
          <p:nvPr>
            <p:ph type="subTitle" idx="1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639" name="Google Shape;639;p85"/>
          <p:cNvSpPr/>
          <p:nvPr/>
        </p:nvSpPr>
        <p:spPr>
          <a:xfrm>
            <a:off x="338325" y="18834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5"/>
          <p:cNvSpPr txBox="1">
            <a:spLocks noGrp="1"/>
          </p:cNvSpPr>
          <p:nvPr>
            <p:ph type="title" idx="2"/>
          </p:nvPr>
        </p:nvSpPr>
        <p:spPr>
          <a:xfrm>
            <a:off x="5131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1" name="Google Shape;641;p85"/>
          <p:cNvSpPr txBox="1">
            <a:spLocks noGrp="1"/>
          </p:cNvSpPr>
          <p:nvPr>
            <p:ph type="body" idx="3"/>
          </p:nvPr>
        </p:nvSpPr>
        <p:spPr>
          <a:xfrm>
            <a:off x="52262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2" name="Google Shape;642;p85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5"/>
          <p:cNvSpPr txBox="1">
            <a:spLocks noGrp="1"/>
          </p:cNvSpPr>
          <p:nvPr>
            <p:ph type="title" idx="4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4" name="Google Shape;644;p85"/>
          <p:cNvSpPr txBox="1">
            <a:spLocks noGrp="1"/>
          </p:cNvSpPr>
          <p:nvPr>
            <p:ph type="body" idx="5"/>
          </p:nvPr>
        </p:nvSpPr>
        <p:spPr>
          <a:xfrm>
            <a:off x="35336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5" name="Google Shape;645;p85"/>
          <p:cNvSpPr/>
          <p:nvPr/>
        </p:nvSpPr>
        <p:spPr>
          <a:xfrm>
            <a:off x="63915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85"/>
          <p:cNvSpPr txBox="1">
            <a:spLocks noGrp="1"/>
          </p:cNvSpPr>
          <p:nvPr>
            <p:ph type="title" idx="6"/>
          </p:nvPr>
        </p:nvSpPr>
        <p:spPr>
          <a:xfrm>
            <a:off x="65549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7" name="Google Shape;647;p85"/>
          <p:cNvSpPr txBox="1">
            <a:spLocks noGrp="1"/>
          </p:cNvSpPr>
          <p:nvPr>
            <p:ph type="body" idx="7"/>
          </p:nvPr>
        </p:nvSpPr>
        <p:spPr>
          <a:xfrm>
            <a:off x="65549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4 stats, gold">
  <p:cSld name="CUSTOM_25_1_1_4">
    <p:bg>
      <p:bgPr>
        <a:solidFill>
          <a:schemeClr val="accent1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6"/>
          <p:cNvSpPr/>
          <p:nvPr/>
        </p:nvSpPr>
        <p:spPr>
          <a:xfrm>
            <a:off x="3444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86"/>
          <p:cNvSpPr txBox="1">
            <a:spLocks noGrp="1"/>
          </p:cNvSpPr>
          <p:nvPr>
            <p:ph type="title"/>
          </p:nvPr>
        </p:nvSpPr>
        <p:spPr>
          <a:xfrm>
            <a:off x="48536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1" name="Google Shape;651;p86"/>
          <p:cNvSpPr txBox="1">
            <a:spLocks noGrp="1"/>
          </p:cNvSpPr>
          <p:nvPr>
            <p:ph type="body" idx="1"/>
          </p:nvPr>
        </p:nvSpPr>
        <p:spPr>
          <a:xfrm>
            <a:off x="48536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2" name="Google Shape;652;p86"/>
          <p:cNvSpPr/>
          <p:nvPr/>
        </p:nvSpPr>
        <p:spPr>
          <a:xfrm>
            <a:off x="2495442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86"/>
          <p:cNvSpPr txBox="1">
            <a:spLocks noGrp="1"/>
          </p:cNvSpPr>
          <p:nvPr>
            <p:ph type="title" idx="2"/>
          </p:nvPr>
        </p:nvSpPr>
        <p:spPr>
          <a:xfrm>
            <a:off x="263646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4" name="Google Shape;654;p86"/>
          <p:cNvSpPr txBox="1">
            <a:spLocks noGrp="1"/>
          </p:cNvSpPr>
          <p:nvPr>
            <p:ph type="body" idx="3"/>
          </p:nvPr>
        </p:nvSpPr>
        <p:spPr>
          <a:xfrm>
            <a:off x="263646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5" name="Google Shape;655;p86"/>
          <p:cNvSpPr/>
          <p:nvPr/>
        </p:nvSpPr>
        <p:spPr>
          <a:xfrm>
            <a:off x="4646433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86"/>
          <p:cNvSpPr txBox="1">
            <a:spLocks noGrp="1"/>
          </p:cNvSpPr>
          <p:nvPr>
            <p:ph type="title" idx="4"/>
          </p:nvPr>
        </p:nvSpPr>
        <p:spPr>
          <a:xfrm>
            <a:off x="47776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7" name="Google Shape;657;p86"/>
          <p:cNvSpPr txBox="1">
            <a:spLocks noGrp="1"/>
          </p:cNvSpPr>
          <p:nvPr>
            <p:ph type="body" idx="5"/>
          </p:nvPr>
        </p:nvSpPr>
        <p:spPr>
          <a:xfrm>
            <a:off x="47776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8" name="Google Shape;658;p86"/>
          <p:cNvSpPr/>
          <p:nvPr/>
        </p:nvSpPr>
        <p:spPr>
          <a:xfrm>
            <a:off x="67974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86"/>
          <p:cNvSpPr txBox="1">
            <a:spLocks noGrp="1"/>
          </p:cNvSpPr>
          <p:nvPr>
            <p:ph type="title" idx="6"/>
          </p:nvPr>
        </p:nvSpPr>
        <p:spPr>
          <a:xfrm>
            <a:off x="69383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0" name="Google Shape;660;p86"/>
          <p:cNvSpPr txBox="1">
            <a:spLocks noGrp="1"/>
          </p:cNvSpPr>
          <p:nvPr>
            <p:ph type="body" idx="7"/>
          </p:nvPr>
        </p:nvSpPr>
        <p:spPr>
          <a:xfrm>
            <a:off x="69383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1" name="Google Shape;661;p8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2" name="Google Shape;662;p86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6"/>
          <p:cNvSpPr txBox="1">
            <a:spLocks noGrp="1"/>
          </p:cNvSpPr>
          <p:nvPr>
            <p:ph type="title" idx="8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664" name="Google Shape;664;p86"/>
          <p:cNvSpPr txBox="1">
            <a:spLocks noGrp="1"/>
          </p:cNvSpPr>
          <p:nvPr>
            <p:ph type="subTitle" idx="9"/>
          </p:nvPr>
        </p:nvSpPr>
        <p:spPr>
          <a:xfrm>
            <a:off x="335763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4 stats, black">
  <p:cSld name="CUSTOM_25_1_1_3_1">
    <p:bg>
      <p:bgPr>
        <a:solidFill>
          <a:schemeClr val="dk1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7" name="Google Shape;667;p87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87"/>
          <p:cNvSpPr txBox="1">
            <a:spLocks noGrp="1"/>
          </p:cNvSpPr>
          <p:nvPr>
            <p:ph type="title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6"/>
              <a:buNone/>
              <a:defRPr sz="2796" u="sng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87"/>
          <p:cNvSpPr txBox="1">
            <a:spLocks noGrp="1"/>
          </p:cNvSpPr>
          <p:nvPr>
            <p:ph type="subTitle" idx="1"/>
          </p:nvPr>
        </p:nvSpPr>
        <p:spPr>
          <a:xfrm>
            <a:off x="335763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87"/>
          <p:cNvSpPr/>
          <p:nvPr/>
        </p:nvSpPr>
        <p:spPr>
          <a:xfrm>
            <a:off x="3444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87"/>
          <p:cNvSpPr txBox="1">
            <a:spLocks noGrp="1"/>
          </p:cNvSpPr>
          <p:nvPr>
            <p:ph type="title" idx="2"/>
          </p:nvPr>
        </p:nvSpPr>
        <p:spPr>
          <a:xfrm>
            <a:off x="48536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2" name="Google Shape;672;p87"/>
          <p:cNvSpPr txBox="1">
            <a:spLocks noGrp="1"/>
          </p:cNvSpPr>
          <p:nvPr>
            <p:ph type="body" idx="3"/>
          </p:nvPr>
        </p:nvSpPr>
        <p:spPr>
          <a:xfrm>
            <a:off x="48536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3" name="Google Shape;673;p87"/>
          <p:cNvSpPr/>
          <p:nvPr/>
        </p:nvSpPr>
        <p:spPr>
          <a:xfrm>
            <a:off x="2495442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87"/>
          <p:cNvSpPr txBox="1">
            <a:spLocks noGrp="1"/>
          </p:cNvSpPr>
          <p:nvPr>
            <p:ph type="title" idx="4"/>
          </p:nvPr>
        </p:nvSpPr>
        <p:spPr>
          <a:xfrm>
            <a:off x="263646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5" name="Google Shape;675;p87"/>
          <p:cNvSpPr txBox="1">
            <a:spLocks noGrp="1"/>
          </p:cNvSpPr>
          <p:nvPr>
            <p:ph type="body" idx="5"/>
          </p:nvPr>
        </p:nvSpPr>
        <p:spPr>
          <a:xfrm>
            <a:off x="263646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6" name="Google Shape;676;p87"/>
          <p:cNvSpPr/>
          <p:nvPr/>
        </p:nvSpPr>
        <p:spPr>
          <a:xfrm>
            <a:off x="4646433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87"/>
          <p:cNvSpPr txBox="1">
            <a:spLocks noGrp="1"/>
          </p:cNvSpPr>
          <p:nvPr>
            <p:ph type="title" idx="6"/>
          </p:nvPr>
        </p:nvSpPr>
        <p:spPr>
          <a:xfrm>
            <a:off x="47776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8" name="Google Shape;678;p87"/>
          <p:cNvSpPr txBox="1">
            <a:spLocks noGrp="1"/>
          </p:cNvSpPr>
          <p:nvPr>
            <p:ph type="body" idx="7"/>
          </p:nvPr>
        </p:nvSpPr>
        <p:spPr>
          <a:xfrm>
            <a:off x="47776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9" name="Google Shape;679;p87"/>
          <p:cNvSpPr/>
          <p:nvPr/>
        </p:nvSpPr>
        <p:spPr>
          <a:xfrm>
            <a:off x="67974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87"/>
          <p:cNvSpPr txBox="1">
            <a:spLocks noGrp="1"/>
          </p:cNvSpPr>
          <p:nvPr>
            <p:ph type="title" idx="8"/>
          </p:nvPr>
        </p:nvSpPr>
        <p:spPr>
          <a:xfrm>
            <a:off x="69383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1" name="Google Shape;681;p87"/>
          <p:cNvSpPr txBox="1">
            <a:spLocks noGrp="1"/>
          </p:cNvSpPr>
          <p:nvPr>
            <p:ph type="body" idx="9"/>
          </p:nvPr>
        </p:nvSpPr>
        <p:spPr>
          <a:xfrm>
            <a:off x="69383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6 stats, gold">
  <p:cSld name="CUSTOM_25_1_1_5">
    <p:bg>
      <p:bgPr>
        <a:solidFill>
          <a:schemeClr val="accent1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88"/>
          <p:cNvSpPr txBox="1">
            <a:spLocks noGrp="1"/>
          </p:cNvSpPr>
          <p:nvPr>
            <p:ph type="title"/>
          </p:nvPr>
        </p:nvSpPr>
        <p:spPr>
          <a:xfrm>
            <a:off x="33617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685" name="Google Shape;685;p88"/>
          <p:cNvSpPr txBox="1">
            <a:spLocks noGrp="1"/>
          </p:cNvSpPr>
          <p:nvPr>
            <p:ph type="subTitle" idx="1"/>
          </p:nvPr>
        </p:nvSpPr>
        <p:spPr>
          <a:xfrm>
            <a:off x="33575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86" name="Google Shape;686;p88"/>
          <p:cNvSpPr/>
          <p:nvPr/>
        </p:nvSpPr>
        <p:spPr>
          <a:xfrm>
            <a:off x="338325" y="11858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88"/>
          <p:cNvSpPr txBox="1">
            <a:spLocks noGrp="1"/>
          </p:cNvSpPr>
          <p:nvPr>
            <p:ph type="title" idx="2"/>
          </p:nvPr>
        </p:nvSpPr>
        <p:spPr>
          <a:xfrm>
            <a:off x="513100" y="1301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8" name="Google Shape;688;p88"/>
          <p:cNvSpPr txBox="1">
            <a:spLocks noGrp="1"/>
          </p:cNvSpPr>
          <p:nvPr>
            <p:ph type="body" idx="3"/>
          </p:nvPr>
        </p:nvSpPr>
        <p:spPr>
          <a:xfrm>
            <a:off x="522625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9" name="Google Shape;689;p88"/>
          <p:cNvSpPr/>
          <p:nvPr/>
        </p:nvSpPr>
        <p:spPr>
          <a:xfrm>
            <a:off x="3364950" y="1172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88"/>
          <p:cNvSpPr txBox="1">
            <a:spLocks noGrp="1"/>
          </p:cNvSpPr>
          <p:nvPr>
            <p:ph type="title" idx="4"/>
          </p:nvPr>
        </p:nvSpPr>
        <p:spPr>
          <a:xfrm>
            <a:off x="3524075" y="1301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1" name="Google Shape;691;p88"/>
          <p:cNvSpPr txBox="1">
            <a:spLocks noGrp="1"/>
          </p:cNvSpPr>
          <p:nvPr>
            <p:ph type="body" idx="5"/>
          </p:nvPr>
        </p:nvSpPr>
        <p:spPr>
          <a:xfrm>
            <a:off x="3533600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2" name="Google Shape;692;p88"/>
          <p:cNvSpPr/>
          <p:nvPr/>
        </p:nvSpPr>
        <p:spPr>
          <a:xfrm>
            <a:off x="6391575" y="1172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88"/>
          <p:cNvSpPr txBox="1">
            <a:spLocks noGrp="1"/>
          </p:cNvSpPr>
          <p:nvPr>
            <p:ph type="title" idx="6"/>
          </p:nvPr>
        </p:nvSpPr>
        <p:spPr>
          <a:xfrm>
            <a:off x="6554975" y="1301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4" name="Google Shape;694;p88"/>
          <p:cNvSpPr txBox="1">
            <a:spLocks noGrp="1"/>
          </p:cNvSpPr>
          <p:nvPr>
            <p:ph type="body" idx="7"/>
          </p:nvPr>
        </p:nvSpPr>
        <p:spPr>
          <a:xfrm>
            <a:off x="6554975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5" name="Google Shape;695;p88"/>
          <p:cNvSpPr/>
          <p:nvPr/>
        </p:nvSpPr>
        <p:spPr>
          <a:xfrm>
            <a:off x="338325" y="29698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88"/>
          <p:cNvSpPr txBox="1">
            <a:spLocks noGrp="1"/>
          </p:cNvSpPr>
          <p:nvPr>
            <p:ph type="title" idx="8"/>
          </p:nvPr>
        </p:nvSpPr>
        <p:spPr>
          <a:xfrm>
            <a:off x="513100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7" name="Google Shape;697;p88"/>
          <p:cNvSpPr txBox="1">
            <a:spLocks noGrp="1"/>
          </p:cNvSpPr>
          <p:nvPr>
            <p:ph type="body" idx="9"/>
          </p:nvPr>
        </p:nvSpPr>
        <p:spPr>
          <a:xfrm>
            <a:off x="522625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8" name="Google Shape;698;p88"/>
          <p:cNvSpPr/>
          <p:nvPr/>
        </p:nvSpPr>
        <p:spPr>
          <a:xfrm>
            <a:off x="3364950" y="2956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88"/>
          <p:cNvSpPr txBox="1">
            <a:spLocks noGrp="1"/>
          </p:cNvSpPr>
          <p:nvPr>
            <p:ph type="title" idx="13"/>
          </p:nvPr>
        </p:nvSpPr>
        <p:spPr>
          <a:xfrm>
            <a:off x="3524075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0" name="Google Shape;700;p88"/>
          <p:cNvSpPr txBox="1">
            <a:spLocks noGrp="1"/>
          </p:cNvSpPr>
          <p:nvPr>
            <p:ph type="body" idx="14"/>
          </p:nvPr>
        </p:nvSpPr>
        <p:spPr>
          <a:xfrm>
            <a:off x="3533600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1" name="Google Shape;701;p88"/>
          <p:cNvSpPr/>
          <p:nvPr/>
        </p:nvSpPr>
        <p:spPr>
          <a:xfrm>
            <a:off x="6391575" y="2956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88"/>
          <p:cNvSpPr txBox="1">
            <a:spLocks noGrp="1"/>
          </p:cNvSpPr>
          <p:nvPr>
            <p:ph type="title" idx="15"/>
          </p:nvPr>
        </p:nvSpPr>
        <p:spPr>
          <a:xfrm>
            <a:off x="6554975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3" name="Google Shape;703;p88"/>
          <p:cNvSpPr txBox="1">
            <a:spLocks noGrp="1"/>
          </p:cNvSpPr>
          <p:nvPr>
            <p:ph type="body" idx="16"/>
          </p:nvPr>
        </p:nvSpPr>
        <p:spPr>
          <a:xfrm>
            <a:off x="6554975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Stats - 6 stats, black">
  <p:cSld name="CUSTOM_25_1_1_3_2">
    <p:bg>
      <p:bgPr>
        <a:solidFill>
          <a:schemeClr val="dk1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89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  <p:sp>
        <p:nvSpPr>
          <p:cNvPr id="707" name="Google Shape;707;p89"/>
          <p:cNvSpPr txBox="1">
            <a:spLocks noGrp="1"/>
          </p:cNvSpPr>
          <p:nvPr>
            <p:ph type="subTitle" idx="1"/>
          </p:nvPr>
        </p:nvSpPr>
        <p:spPr>
          <a:xfrm>
            <a:off x="337900" y="724150"/>
            <a:ext cx="8467200" cy="16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b="1"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08" name="Google Shape;708;p89"/>
          <p:cNvSpPr/>
          <p:nvPr/>
        </p:nvSpPr>
        <p:spPr>
          <a:xfrm>
            <a:off x="338325" y="11858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89"/>
          <p:cNvSpPr txBox="1">
            <a:spLocks noGrp="1"/>
          </p:cNvSpPr>
          <p:nvPr>
            <p:ph type="body" idx="2"/>
          </p:nvPr>
        </p:nvSpPr>
        <p:spPr>
          <a:xfrm>
            <a:off x="522625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0" name="Google Shape;710;p89"/>
          <p:cNvSpPr/>
          <p:nvPr/>
        </p:nvSpPr>
        <p:spPr>
          <a:xfrm>
            <a:off x="3364950" y="1172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9"/>
          <p:cNvSpPr txBox="1">
            <a:spLocks noGrp="1"/>
          </p:cNvSpPr>
          <p:nvPr>
            <p:ph type="body" idx="3"/>
          </p:nvPr>
        </p:nvSpPr>
        <p:spPr>
          <a:xfrm>
            <a:off x="3533600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2" name="Google Shape;712;p89"/>
          <p:cNvSpPr/>
          <p:nvPr/>
        </p:nvSpPr>
        <p:spPr>
          <a:xfrm>
            <a:off x="6391575" y="1172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89"/>
          <p:cNvSpPr txBox="1">
            <a:spLocks noGrp="1"/>
          </p:cNvSpPr>
          <p:nvPr>
            <p:ph type="body" idx="4"/>
          </p:nvPr>
        </p:nvSpPr>
        <p:spPr>
          <a:xfrm>
            <a:off x="6554975" y="1793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4" name="Google Shape;714;p89"/>
          <p:cNvSpPr/>
          <p:nvPr/>
        </p:nvSpPr>
        <p:spPr>
          <a:xfrm>
            <a:off x="338325" y="29698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89"/>
          <p:cNvSpPr txBox="1">
            <a:spLocks noGrp="1"/>
          </p:cNvSpPr>
          <p:nvPr>
            <p:ph type="title" idx="5"/>
          </p:nvPr>
        </p:nvSpPr>
        <p:spPr>
          <a:xfrm>
            <a:off x="513100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89"/>
          <p:cNvSpPr txBox="1">
            <a:spLocks noGrp="1"/>
          </p:cNvSpPr>
          <p:nvPr>
            <p:ph type="body" idx="6"/>
          </p:nvPr>
        </p:nvSpPr>
        <p:spPr>
          <a:xfrm>
            <a:off x="522625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7" name="Google Shape;717;p89"/>
          <p:cNvSpPr/>
          <p:nvPr/>
        </p:nvSpPr>
        <p:spPr>
          <a:xfrm>
            <a:off x="3364950" y="2956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89"/>
          <p:cNvSpPr txBox="1">
            <a:spLocks noGrp="1"/>
          </p:cNvSpPr>
          <p:nvPr>
            <p:ph type="title" idx="7"/>
          </p:nvPr>
        </p:nvSpPr>
        <p:spPr>
          <a:xfrm>
            <a:off x="3524075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9" name="Google Shape;719;p89"/>
          <p:cNvSpPr txBox="1">
            <a:spLocks noGrp="1"/>
          </p:cNvSpPr>
          <p:nvPr>
            <p:ph type="body" idx="8"/>
          </p:nvPr>
        </p:nvSpPr>
        <p:spPr>
          <a:xfrm>
            <a:off x="3533600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0" name="Google Shape;720;p89"/>
          <p:cNvSpPr/>
          <p:nvPr/>
        </p:nvSpPr>
        <p:spPr>
          <a:xfrm>
            <a:off x="6391575" y="295610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89"/>
          <p:cNvSpPr txBox="1">
            <a:spLocks noGrp="1"/>
          </p:cNvSpPr>
          <p:nvPr>
            <p:ph type="title" idx="9"/>
          </p:nvPr>
        </p:nvSpPr>
        <p:spPr>
          <a:xfrm>
            <a:off x="6554975" y="308547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2" name="Google Shape;722;p89"/>
          <p:cNvSpPr txBox="1">
            <a:spLocks noGrp="1"/>
          </p:cNvSpPr>
          <p:nvPr>
            <p:ph type="body" idx="13"/>
          </p:nvPr>
        </p:nvSpPr>
        <p:spPr>
          <a:xfrm>
            <a:off x="6554975" y="357752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3 Stats - gold">
  <p:cSld name="CUSTOM_25_1_1_2_1_1_1_1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0"/>
          <p:cNvSpPr txBox="1">
            <a:spLocks noGrp="1"/>
          </p:cNvSpPr>
          <p:nvPr>
            <p:ph type="body" idx="1"/>
          </p:nvPr>
        </p:nvSpPr>
        <p:spPr>
          <a:xfrm>
            <a:off x="337900" y="1095900"/>
            <a:ext cx="4964700" cy="32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25" name="Google Shape;725;p90"/>
          <p:cNvSpPr/>
          <p:nvPr/>
        </p:nvSpPr>
        <p:spPr>
          <a:xfrm>
            <a:off x="5618000" y="-28475"/>
            <a:ext cx="3554400" cy="51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90"/>
          <p:cNvSpPr txBox="1">
            <a:spLocks noGrp="1"/>
          </p:cNvSpPr>
          <p:nvPr>
            <p:ph type="title"/>
          </p:nvPr>
        </p:nvSpPr>
        <p:spPr>
          <a:xfrm>
            <a:off x="6189275" y="857963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27" name="Google Shape;727;p90"/>
          <p:cNvSpPr txBox="1">
            <a:spLocks noGrp="1"/>
          </p:cNvSpPr>
          <p:nvPr>
            <p:ph type="subTitle" idx="2"/>
          </p:nvPr>
        </p:nvSpPr>
        <p:spPr>
          <a:xfrm>
            <a:off x="6187025" y="1517963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90"/>
          <p:cNvSpPr txBox="1">
            <a:spLocks noGrp="1"/>
          </p:cNvSpPr>
          <p:nvPr>
            <p:ph type="title" idx="3"/>
          </p:nvPr>
        </p:nvSpPr>
        <p:spPr>
          <a:xfrm>
            <a:off x="6189275" y="3324363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29" name="Google Shape;729;p90"/>
          <p:cNvSpPr txBox="1">
            <a:spLocks noGrp="1"/>
          </p:cNvSpPr>
          <p:nvPr>
            <p:ph type="subTitle" idx="4"/>
          </p:nvPr>
        </p:nvSpPr>
        <p:spPr>
          <a:xfrm>
            <a:off x="6187025" y="3984363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90"/>
          <p:cNvSpPr txBox="1">
            <a:spLocks noGrp="1"/>
          </p:cNvSpPr>
          <p:nvPr>
            <p:ph type="title" idx="5"/>
          </p:nvPr>
        </p:nvSpPr>
        <p:spPr>
          <a:xfrm>
            <a:off x="6189275" y="2129263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31" name="Google Shape;731;p90"/>
          <p:cNvSpPr txBox="1">
            <a:spLocks noGrp="1"/>
          </p:cNvSpPr>
          <p:nvPr>
            <p:ph type="subTitle" idx="6"/>
          </p:nvPr>
        </p:nvSpPr>
        <p:spPr>
          <a:xfrm>
            <a:off x="6187025" y="2789263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732" name="Google Shape;732;p90"/>
          <p:cNvPicPr preferRelativeResize="0"/>
          <p:nvPr/>
        </p:nvPicPr>
        <p:blipFill rotWithShape="1">
          <a:blip r:embed="rId2">
            <a:alphaModFix/>
          </a:blip>
          <a:srcRect l="96271" r="29" b="7313"/>
          <a:stretch/>
        </p:blipFill>
        <p:spPr>
          <a:xfrm>
            <a:off x="8805675" y="-28475"/>
            <a:ext cx="366724" cy="51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90"/>
          <p:cNvSpPr txBox="1">
            <a:spLocks noGrp="1"/>
          </p:cNvSpPr>
          <p:nvPr>
            <p:ph type="subTitle" idx="7"/>
          </p:nvPr>
        </p:nvSpPr>
        <p:spPr>
          <a:xfrm>
            <a:off x="337900" y="726175"/>
            <a:ext cx="49647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2"/>
                </a:solidFill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34" name="Google Shape;734;p90"/>
          <p:cNvSpPr txBox="1">
            <a:spLocks noGrp="1"/>
          </p:cNvSpPr>
          <p:nvPr>
            <p:ph type="title" idx="8"/>
          </p:nvPr>
        </p:nvSpPr>
        <p:spPr>
          <a:xfrm>
            <a:off x="338149" y="320050"/>
            <a:ext cx="49647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3 Stats - black">
  <p:cSld name="CUSTOM_25_1_1_2_1_1_1_1_1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1"/>
          <p:cNvSpPr/>
          <p:nvPr/>
        </p:nvSpPr>
        <p:spPr>
          <a:xfrm>
            <a:off x="5618000" y="-28475"/>
            <a:ext cx="3554400" cy="517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91"/>
          <p:cNvSpPr txBox="1">
            <a:spLocks noGrp="1"/>
          </p:cNvSpPr>
          <p:nvPr>
            <p:ph type="title"/>
          </p:nvPr>
        </p:nvSpPr>
        <p:spPr>
          <a:xfrm>
            <a:off x="6189275" y="867488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91"/>
          <p:cNvSpPr txBox="1">
            <a:spLocks noGrp="1"/>
          </p:cNvSpPr>
          <p:nvPr>
            <p:ph type="subTitle" idx="1"/>
          </p:nvPr>
        </p:nvSpPr>
        <p:spPr>
          <a:xfrm>
            <a:off x="6187025" y="1527488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91"/>
          <p:cNvSpPr txBox="1">
            <a:spLocks noGrp="1"/>
          </p:cNvSpPr>
          <p:nvPr>
            <p:ph type="title" idx="2"/>
          </p:nvPr>
        </p:nvSpPr>
        <p:spPr>
          <a:xfrm>
            <a:off x="6189275" y="3333888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40" name="Google Shape;740;p91"/>
          <p:cNvSpPr txBox="1">
            <a:spLocks noGrp="1"/>
          </p:cNvSpPr>
          <p:nvPr>
            <p:ph type="subTitle" idx="3"/>
          </p:nvPr>
        </p:nvSpPr>
        <p:spPr>
          <a:xfrm>
            <a:off x="6187025" y="3993888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91"/>
          <p:cNvSpPr txBox="1">
            <a:spLocks noGrp="1"/>
          </p:cNvSpPr>
          <p:nvPr>
            <p:ph type="title" idx="4"/>
          </p:nvPr>
        </p:nvSpPr>
        <p:spPr>
          <a:xfrm>
            <a:off x="6189275" y="2138788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42" name="Google Shape;742;p91"/>
          <p:cNvSpPr txBox="1">
            <a:spLocks noGrp="1"/>
          </p:cNvSpPr>
          <p:nvPr>
            <p:ph type="subTitle" idx="5"/>
          </p:nvPr>
        </p:nvSpPr>
        <p:spPr>
          <a:xfrm>
            <a:off x="6187025" y="2798788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43" name="Google Shape;743;p91"/>
          <p:cNvPicPr preferRelativeResize="0"/>
          <p:nvPr/>
        </p:nvPicPr>
        <p:blipFill rotWithShape="1">
          <a:blip r:embed="rId2">
            <a:alphaModFix/>
          </a:blip>
          <a:srcRect l="95959" r="50"/>
          <a:stretch/>
        </p:blipFill>
        <p:spPr>
          <a:xfrm>
            <a:off x="8805677" y="-28475"/>
            <a:ext cx="366724" cy="51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91"/>
          <p:cNvSpPr txBox="1">
            <a:spLocks noGrp="1"/>
          </p:cNvSpPr>
          <p:nvPr>
            <p:ph type="body" idx="6"/>
          </p:nvPr>
        </p:nvSpPr>
        <p:spPr>
          <a:xfrm>
            <a:off x="337900" y="1095900"/>
            <a:ext cx="4964700" cy="32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45" name="Google Shape;745;p91"/>
          <p:cNvSpPr txBox="1">
            <a:spLocks noGrp="1"/>
          </p:cNvSpPr>
          <p:nvPr>
            <p:ph type="title" idx="7"/>
          </p:nvPr>
        </p:nvSpPr>
        <p:spPr>
          <a:xfrm>
            <a:off x="338149" y="320050"/>
            <a:ext cx="49647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Quotes, call out options →">
  <p:cSld name="CUSTOM_23_1_1_1_1_2_1_1_1_1_1_1_1_1_1_2">
    <p:bg>
      <p:bgPr>
        <a:solidFill>
          <a:schemeClr val="accent5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2"/>
          <p:cNvSpPr txBox="1"/>
          <p:nvPr/>
        </p:nvSpPr>
        <p:spPr>
          <a:xfrm>
            <a:off x="2577575" y="125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Quotes and callouts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748" name="Google Shape;748;p92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92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s - White">
  <p:cSld name="CUSTOM_23_1_1_2_1_1_1_1_1_1_1_1_1_1_6"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3"/>
          <p:cNvSpPr txBox="1">
            <a:spLocks noGrp="1"/>
          </p:cNvSpPr>
          <p:nvPr>
            <p:ph type="body" idx="1"/>
          </p:nvPr>
        </p:nvSpPr>
        <p:spPr>
          <a:xfrm>
            <a:off x="1158400" y="1719000"/>
            <a:ext cx="7646700" cy="265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 b="1"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 b="1"/>
            </a:lvl9pPr>
          </a:lstStyle>
          <a:p>
            <a:endParaRPr/>
          </a:p>
        </p:txBody>
      </p:sp>
      <p:pic>
        <p:nvPicPr>
          <p:cNvPr id="752" name="Google Shape;752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9762" y="1465726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9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4" name="Google Shape;754;p93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93"/>
          <p:cNvSpPr txBox="1">
            <a:spLocks noGrp="1"/>
          </p:cNvSpPr>
          <p:nvPr>
            <p:ph type="subTitle" idx="2"/>
          </p:nvPr>
        </p:nvSpPr>
        <p:spPr>
          <a:xfrm>
            <a:off x="337900" y="726175"/>
            <a:ext cx="84669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756" name="Google Shape;756;p93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69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s - Black">
  <p:cSld name="CUSTOM_23_1_1_2_1_1_1_1_1_1_1_1_1_1_1_3">
    <p:bg>
      <p:bgPr>
        <a:solidFill>
          <a:schemeClr val="dk1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2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9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4"/>
          <p:cNvSpPr txBox="1">
            <a:spLocks noGrp="1"/>
          </p:cNvSpPr>
          <p:nvPr>
            <p:ph type="body" idx="1"/>
          </p:nvPr>
        </p:nvSpPr>
        <p:spPr>
          <a:xfrm>
            <a:off x="1158400" y="1719000"/>
            <a:ext cx="7646700" cy="265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 sz="2400" b="1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1" name="Google Shape;761;p94"/>
          <p:cNvSpPr txBox="1">
            <a:spLocks noGrp="1"/>
          </p:cNvSpPr>
          <p:nvPr>
            <p:ph type="subTitle" idx="2"/>
          </p:nvPr>
        </p:nvSpPr>
        <p:spPr>
          <a:xfrm>
            <a:off x="337900" y="726175"/>
            <a:ext cx="84669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l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highlight>
                  <a:schemeClr val="lt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lt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lt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highlight>
                  <a:schemeClr val="lt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highlight>
                  <a:schemeClr val="lt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highlight>
                  <a:schemeClr val="lt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highlight>
                  <a:schemeClr val="lt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None/>
              <a:defRPr sz="1200"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762" name="Google Shape;762;p94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69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96"/>
              <a:buNone/>
              <a:defRPr sz="2796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s - Gold">
  <p:cSld name="CUSTOM_23_1_1_2_1_1_1_1_1_1_1_1_1_1_2_1">
    <p:bg>
      <p:bgPr>
        <a:solidFill>
          <a:schemeClr val="accent1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9762" y="146571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9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95"/>
          <p:cNvSpPr txBox="1">
            <a:spLocks noGrp="1"/>
          </p:cNvSpPr>
          <p:nvPr>
            <p:ph type="body" idx="1"/>
          </p:nvPr>
        </p:nvSpPr>
        <p:spPr>
          <a:xfrm>
            <a:off x="1158400" y="1719000"/>
            <a:ext cx="7646700" cy="265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 b="1"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 b="1"/>
            </a:lvl9pPr>
          </a:lstStyle>
          <a:p>
            <a:endParaRPr/>
          </a:p>
        </p:txBody>
      </p:sp>
      <p:sp>
        <p:nvSpPr>
          <p:cNvPr id="767" name="Google Shape;767;p95"/>
          <p:cNvSpPr txBox="1">
            <a:spLocks noGrp="1"/>
          </p:cNvSpPr>
          <p:nvPr>
            <p:ph type="subTitle" idx="2"/>
          </p:nvPr>
        </p:nvSpPr>
        <p:spPr>
          <a:xfrm>
            <a:off x="337900" y="726175"/>
            <a:ext cx="84669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l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768" name="Google Shape;768;p95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69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s - White">
  <p:cSld name="CUSTOM_23_1_1_2_1_1_1_1_1_1_1_1_1_1_4_3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9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1" name="Google Shape;771;p96" title="quotations-gray3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2775" y="1299500"/>
            <a:ext cx="693949" cy="568813"/>
          </a:xfrm>
          <a:prstGeom prst="rect">
            <a:avLst/>
          </a:prstGeom>
          <a:noFill/>
          <a:ln>
            <a:noFill/>
          </a:ln>
          <a:effectLst>
            <a:outerShdw blurRad="57150" dist="3810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772" name="Google Shape;772;p96"/>
          <p:cNvSpPr>
            <a:spLocks noGrp="1"/>
          </p:cNvSpPr>
          <p:nvPr>
            <p:ph type="pic" idx="2"/>
          </p:nvPr>
        </p:nvSpPr>
        <p:spPr>
          <a:xfrm>
            <a:off x="3352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3" name="Google Shape;773;p96"/>
          <p:cNvSpPr txBox="1">
            <a:spLocks noGrp="1"/>
          </p:cNvSpPr>
          <p:nvPr>
            <p:ph type="body" idx="1"/>
          </p:nvPr>
        </p:nvSpPr>
        <p:spPr>
          <a:xfrm>
            <a:off x="2661925" y="1719000"/>
            <a:ext cx="6143700" cy="26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 b="1"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 b="1"/>
            </a:lvl9pPr>
          </a:lstStyle>
          <a:p>
            <a:endParaRPr/>
          </a:p>
        </p:txBody>
      </p:sp>
      <p:sp>
        <p:nvSpPr>
          <p:cNvPr id="774" name="Google Shape;774;p96"/>
          <p:cNvSpPr txBox="1">
            <a:spLocks noGrp="1"/>
          </p:cNvSpPr>
          <p:nvPr>
            <p:ph type="subTitle" idx="3"/>
          </p:nvPr>
        </p:nvSpPr>
        <p:spPr>
          <a:xfrm>
            <a:off x="337900" y="726175"/>
            <a:ext cx="84669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775" name="Google Shape;775;p9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69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s - Black">
  <p:cSld name="CUSTOM_23_1_1_2_1_1_1_1_1_1_1_1_1_1_4_1_1">
    <p:bg>
      <p:bgPr>
        <a:solidFill>
          <a:schemeClr val="dk1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9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8" name="Google Shape;778;p97" title="quotations-gray3@4x.png"/>
          <p:cNvPicPr preferRelativeResize="0"/>
          <p:nvPr/>
        </p:nvPicPr>
        <p:blipFill>
          <a:blip r:embed="rId2">
            <a:alphaModFix amt="46000"/>
          </a:blip>
          <a:stretch>
            <a:fillRect/>
          </a:stretch>
        </p:blipFill>
        <p:spPr>
          <a:xfrm>
            <a:off x="2272775" y="1299500"/>
            <a:ext cx="693949" cy="568813"/>
          </a:xfrm>
          <a:prstGeom prst="rect">
            <a:avLst/>
          </a:prstGeom>
          <a:noFill/>
          <a:ln>
            <a:noFill/>
          </a:ln>
          <a:effectLst>
            <a:outerShdw blurRad="57150" dist="38100" dir="5400000" algn="bl" rotWithShape="0">
              <a:schemeClr val="lt2">
                <a:alpha val="11000"/>
              </a:schemeClr>
            </a:outerShdw>
          </a:effectLst>
        </p:spPr>
      </p:pic>
      <p:sp>
        <p:nvSpPr>
          <p:cNvPr id="779" name="Google Shape;779;p97"/>
          <p:cNvSpPr>
            <a:spLocks noGrp="1"/>
          </p:cNvSpPr>
          <p:nvPr>
            <p:ph type="pic" idx="2"/>
          </p:nvPr>
        </p:nvSpPr>
        <p:spPr>
          <a:xfrm>
            <a:off x="3352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p97"/>
          <p:cNvSpPr txBox="1">
            <a:spLocks noGrp="1"/>
          </p:cNvSpPr>
          <p:nvPr>
            <p:ph type="body" idx="1"/>
          </p:nvPr>
        </p:nvSpPr>
        <p:spPr>
          <a:xfrm>
            <a:off x="2661925" y="1719000"/>
            <a:ext cx="6143700" cy="26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 sz="2400" b="1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1" name="Google Shape;781;p97"/>
          <p:cNvSpPr txBox="1">
            <a:spLocks noGrp="1"/>
          </p:cNvSpPr>
          <p:nvPr>
            <p:ph type="title"/>
          </p:nvPr>
        </p:nvSpPr>
        <p:spPr>
          <a:xfrm>
            <a:off x="336188" y="320050"/>
            <a:ext cx="8467200" cy="40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796"/>
              <a:buNone/>
              <a:defRPr sz="2796" u="sng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s - Gold">
  <p:cSld name="CUSTOM_23_1_1_2_1_1_1_1_1_1_1_1_1_1_4_2_1">
    <p:bg>
      <p:bgPr>
        <a:solidFill>
          <a:schemeClr val="accen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98" title="quotations-gray3@4x.png"/>
          <p:cNvPicPr preferRelativeResize="0"/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2272775" y="1299500"/>
            <a:ext cx="693949" cy="568813"/>
          </a:xfrm>
          <a:prstGeom prst="rect">
            <a:avLst/>
          </a:prstGeom>
          <a:noFill/>
          <a:ln>
            <a:noFill/>
          </a:ln>
          <a:effectLst>
            <a:outerShdw blurRad="57150" dist="381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784" name="Google Shape;784;p98"/>
          <p:cNvSpPr>
            <a:spLocks noGrp="1"/>
          </p:cNvSpPr>
          <p:nvPr>
            <p:ph type="pic" idx="2"/>
          </p:nvPr>
        </p:nvSpPr>
        <p:spPr>
          <a:xfrm>
            <a:off x="3352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9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98"/>
          <p:cNvSpPr txBox="1">
            <a:spLocks noGrp="1"/>
          </p:cNvSpPr>
          <p:nvPr>
            <p:ph type="body" idx="1"/>
          </p:nvPr>
        </p:nvSpPr>
        <p:spPr>
          <a:xfrm>
            <a:off x="2661925" y="1719000"/>
            <a:ext cx="6143700" cy="26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b="1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SzPts val="1000"/>
              <a:buChar char="■"/>
              <a:defRPr b="1"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 b="1"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 b="1"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SzPts val="1000"/>
              <a:buChar char="■"/>
              <a:defRPr b="1"/>
            </a:lvl9pPr>
          </a:lstStyle>
          <a:p>
            <a:endParaRPr/>
          </a:p>
        </p:txBody>
      </p:sp>
      <p:sp>
        <p:nvSpPr>
          <p:cNvPr id="787" name="Google Shape;787;p98"/>
          <p:cNvSpPr txBox="1">
            <a:spLocks noGrp="1"/>
          </p:cNvSpPr>
          <p:nvPr>
            <p:ph type="subTitle" idx="3"/>
          </p:nvPr>
        </p:nvSpPr>
        <p:spPr>
          <a:xfrm>
            <a:off x="337900" y="726175"/>
            <a:ext cx="84669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highlight>
                  <a:schemeClr val="l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788" name="Google Shape;788;p98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69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3 Quotes - White">
  <p:cSld name="CUSTOM_23_1_1_2_1_1_1_1_1_1_1_1_1_1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9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72600" cy="348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791" name="Google Shape;791;p99" title="quotations-gray3@4x.png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208112" y="207689"/>
            <a:ext cx="2098725" cy="172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99" title="quotations-gray3@4x.png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10800000">
            <a:off x="7132338" y="3000189"/>
            <a:ext cx="2098725" cy="172021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9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99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95" name="Google Shape;795;p99"/>
          <p:cNvSpPr/>
          <p:nvPr/>
        </p:nvSpPr>
        <p:spPr>
          <a:xfrm>
            <a:off x="-291500" y="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99"/>
          <p:cNvSpPr/>
          <p:nvPr/>
        </p:nvSpPr>
        <p:spPr>
          <a:xfrm>
            <a:off x="9163050" y="300020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3 Quotes - Gold">
  <p:cSld name="CUSTOM_23_1_1_2_1_1_1_1_1_1_1_1_1_1_6_1_1">
    <p:bg>
      <p:bgPr>
        <a:solidFill>
          <a:schemeClr val="accent1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00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72600" cy="34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799" name="Google Shape;799;p100" title="quotations-gray3@4x.png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-208112" y="207689"/>
            <a:ext cx="2098725" cy="172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100" title="quotations-gray3@4x.png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 rot="10800000">
            <a:off x="7132338" y="3000189"/>
            <a:ext cx="2098725" cy="172021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10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00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03" name="Google Shape;803;p100"/>
          <p:cNvSpPr/>
          <p:nvPr/>
        </p:nvSpPr>
        <p:spPr>
          <a:xfrm>
            <a:off x="-291500" y="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00"/>
          <p:cNvSpPr/>
          <p:nvPr/>
        </p:nvSpPr>
        <p:spPr>
          <a:xfrm>
            <a:off x="9163050" y="300020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3 Quotes - Maroon">
  <p:cSld name="CUSTOM_23_1_1_2_1_1_1_1_1_1_1_1_1_1_6_1_1_1">
    <p:bg>
      <p:bgPr>
        <a:solidFill>
          <a:schemeClr val="accent2"/>
        </a:solidFill>
        <a:effectLst/>
      </p:bgPr>
    </p:bg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1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72600" cy="34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807" name="Google Shape;807;p101" title="quotations-gray3@4x.png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208112" y="207689"/>
            <a:ext cx="2098725" cy="172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101" title="quotations-gray3@4x.png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10800000">
            <a:off x="7132338" y="3000189"/>
            <a:ext cx="2098725" cy="1720211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01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0" name="Google Shape;810;p101"/>
          <p:cNvSpPr/>
          <p:nvPr/>
        </p:nvSpPr>
        <p:spPr>
          <a:xfrm>
            <a:off x="-291500" y="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01"/>
          <p:cNvSpPr/>
          <p:nvPr/>
        </p:nvSpPr>
        <p:spPr>
          <a:xfrm>
            <a:off x="9163050" y="300020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3 Quotes - Black">
  <p:cSld name="CUSTOM_23_1_1_2_1_1_1_1_1_1_1_1_1_1_6_1_2">
    <p:bg>
      <p:bgPr>
        <a:solidFill>
          <a:schemeClr val="dk1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2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72600" cy="348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814" name="Google Shape;814;p102" title="quotations-gray3@4x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208112" y="207689"/>
            <a:ext cx="2098725" cy="172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102" title="quotations-gray3@4x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0800000">
            <a:off x="7132338" y="3000189"/>
            <a:ext cx="2098725" cy="1720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0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02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8" name="Google Shape;818;p102"/>
          <p:cNvSpPr/>
          <p:nvPr/>
        </p:nvSpPr>
        <p:spPr>
          <a:xfrm>
            <a:off x="-291500" y="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02"/>
          <p:cNvSpPr/>
          <p:nvPr/>
        </p:nvSpPr>
        <p:spPr>
          <a:xfrm>
            <a:off x="9163050" y="3000200"/>
            <a:ext cx="267300" cy="20385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4 Quotes - White">
  <p:cSld name="CUSTOM_23_1_1_2_1_1_1_1_1_1_1_1_1_1_6_1_3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103" title="251117 YIR Spotify Wrapped_Network - Light_FINAL.png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03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06300" cy="348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96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23" name="Google Shape;823;p10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4 Quotes - Gold">
  <p:cSld name="CUSTOM_23_1_1_2_1_1_1_1_1_1_1_1_1_1_6_1_1_2">
    <p:bg>
      <p:bgPr>
        <a:solidFill>
          <a:schemeClr val="accent1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104" title="251117 YIR Spotify Wrapped_Network - Light_FINAL.png"/>
          <p:cNvPicPr preferRelativeResize="0"/>
          <p:nvPr/>
        </p:nvPicPr>
        <p:blipFill rotWithShape="1">
          <a:blip r:embed="rId2">
            <a:alphaModFix amt="40000"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04"/>
          <p:cNvSpPr txBox="1">
            <a:spLocks noGrp="1"/>
          </p:cNvSpPr>
          <p:nvPr>
            <p:ph type="title"/>
          </p:nvPr>
        </p:nvSpPr>
        <p:spPr>
          <a:xfrm>
            <a:off x="1124725" y="892300"/>
            <a:ext cx="6906300" cy="34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27" name="Google Shape;827;p10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4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/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/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/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4 Quotes - Maroon">
  <p:cSld name="CUSTOM_23_1_1_2_1_1_1_1_1_1_1_1_1_1_6_1_1_1_1">
    <p:bg>
      <p:bgPr>
        <a:solidFill>
          <a:schemeClr val="accent2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5"/>
          <p:cNvSpPr txBox="1">
            <a:spLocks noGrp="1"/>
          </p:cNvSpPr>
          <p:nvPr>
            <p:ph type="title"/>
          </p:nvPr>
        </p:nvSpPr>
        <p:spPr>
          <a:xfrm>
            <a:off x="1124725" y="320050"/>
            <a:ext cx="6906300" cy="4530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831" name="Google Shape;831;p105" title="251117 YIR Spotify Wrapped_Network - Light_FINAL.png"/>
          <p:cNvPicPr preferRelativeResize="0"/>
          <p:nvPr/>
        </p:nvPicPr>
        <p:blipFill rotWithShape="1">
          <a:blip r:embed="rId2">
            <a:alphaModFix amt="30000"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105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4 Quotes - Black">
  <p:cSld name="CUSTOM_23_1_1_2_1_1_1_1_1_1_1_1_1_1_6_1_2_1">
    <p:bg>
      <p:bgPr>
        <a:solidFill>
          <a:schemeClr val="dk1"/>
        </a:solidFill>
        <a:effectLst/>
      </p:bgPr>
    </p:bg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106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06"/>
          <p:cNvSpPr txBox="1">
            <a:spLocks noGrp="1"/>
          </p:cNvSpPr>
          <p:nvPr>
            <p:ph type="title"/>
          </p:nvPr>
        </p:nvSpPr>
        <p:spPr>
          <a:xfrm>
            <a:off x="1124725" y="320050"/>
            <a:ext cx="6906300" cy="4530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36" name="Google Shape;836;p10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06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Char char="●"/>
              <a:defRPr sz="1200">
                <a:solidFill>
                  <a:srgbClr val="FAFAFA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rgbClr val="FAFAFA"/>
              </a:buClr>
              <a:buSzPts val="1400"/>
              <a:buChar char="○"/>
              <a:defRPr>
                <a:solidFill>
                  <a:srgbClr val="FAFAFA"/>
                </a:solidFill>
              </a:defRPr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200"/>
              <a:buChar char="■"/>
              <a:defRPr>
                <a:solidFill>
                  <a:srgbClr val="FAFAFA"/>
                </a:solidFill>
              </a:defRPr>
            </a:lvl3pPr>
            <a:lvl4pPr marL="1828800" lvl="3" indent="-2921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000"/>
              <a:buChar char="●"/>
              <a:defRPr>
                <a:solidFill>
                  <a:srgbClr val="FAFAFA"/>
                </a:solidFill>
              </a:defRPr>
            </a:lvl4pPr>
            <a:lvl5pPr marL="2286000" lvl="4" indent="-2921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000"/>
              <a:buChar char="○"/>
              <a:defRPr>
                <a:solidFill>
                  <a:srgbClr val="FAFAFA"/>
                </a:solidFill>
              </a:defRPr>
            </a:lvl5pPr>
            <a:lvl6pPr marL="2743200" lvl="5" indent="-2921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000"/>
              <a:buChar char="■"/>
              <a:defRPr>
                <a:solidFill>
                  <a:srgbClr val="FAFAFA"/>
                </a:solidFill>
              </a:defRPr>
            </a:lvl6pPr>
            <a:lvl7pPr marL="3200400" lvl="6" indent="-2921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000"/>
              <a:buChar char="●"/>
              <a:defRPr>
                <a:solidFill>
                  <a:srgbClr val="FAFAFA"/>
                </a:solidFill>
              </a:defRPr>
            </a:lvl7pPr>
            <a:lvl8pPr marL="3657600" lvl="7" indent="-292100">
              <a:spcBef>
                <a:spcPts val="400"/>
              </a:spcBef>
              <a:spcAft>
                <a:spcPts val="0"/>
              </a:spcAft>
              <a:buClr>
                <a:srgbClr val="FAFAFA"/>
              </a:buClr>
              <a:buSzPts val="1000"/>
              <a:buChar char="○"/>
              <a:defRPr>
                <a:solidFill>
                  <a:srgbClr val="FAFAFA"/>
                </a:solidFill>
              </a:defRPr>
            </a:lvl8pPr>
            <a:lvl9pPr marL="4114800" lvl="8" indent="-292100">
              <a:spcBef>
                <a:spcPts val="400"/>
              </a:spcBef>
              <a:spcAft>
                <a:spcPts val="400"/>
              </a:spcAft>
              <a:buClr>
                <a:srgbClr val="FAFAFA"/>
              </a:buClr>
              <a:buSzPts val="1000"/>
              <a:buChar char="■"/>
              <a:defRPr>
                <a:solidFill>
                  <a:srgbClr val="FAFAF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Photo slides →">
  <p:cSld name="CUSTOM_23_1_1_1_1_2_1_1_1_1_1_1_1_1_1_3_1">
    <p:bg>
      <p:bgPr>
        <a:solidFill>
          <a:schemeClr val="accent5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07"/>
          <p:cNvSpPr txBox="1"/>
          <p:nvPr/>
        </p:nvSpPr>
        <p:spPr>
          <a:xfrm>
            <a:off x="2577575" y="-100"/>
            <a:ext cx="622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Photos only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840" name="Google Shape;840;p107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Background">
  <p:cSld name="CUSTOM_28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8"/>
          <p:cNvSpPr>
            <a:spLocks noGrp="1"/>
          </p:cNvSpPr>
          <p:nvPr>
            <p:ph type="pic" idx="2"/>
          </p:nvPr>
        </p:nvSpPr>
        <p:spPr>
          <a:xfrm>
            <a:off x="-29300" y="-30900"/>
            <a:ext cx="9182400" cy="516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3" name="Google Shape;843;p10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Grid">
  <p:cSld name="CUSTOM_23_1_1_1_2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9"/>
          <p:cNvSpPr>
            <a:spLocks noGrp="1"/>
          </p:cNvSpPr>
          <p:nvPr>
            <p:ph type="pic" idx="2"/>
          </p:nvPr>
        </p:nvSpPr>
        <p:spPr>
          <a:xfrm>
            <a:off x="6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109"/>
          <p:cNvSpPr>
            <a:spLocks noGrp="1"/>
          </p:cNvSpPr>
          <p:nvPr>
            <p:ph type="pic" idx="3"/>
          </p:nvPr>
        </p:nvSpPr>
        <p:spPr>
          <a:xfrm>
            <a:off x="6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109"/>
          <p:cNvSpPr>
            <a:spLocks noGrp="1"/>
          </p:cNvSpPr>
          <p:nvPr>
            <p:ph type="pic" idx="4"/>
          </p:nvPr>
        </p:nvSpPr>
        <p:spPr>
          <a:xfrm>
            <a:off x="231381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109"/>
          <p:cNvSpPr>
            <a:spLocks noGrp="1"/>
          </p:cNvSpPr>
          <p:nvPr>
            <p:ph type="pic" idx="5"/>
          </p:nvPr>
        </p:nvSpPr>
        <p:spPr>
          <a:xfrm>
            <a:off x="231381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109"/>
          <p:cNvSpPr>
            <a:spLocks noGrp="1"/>
          </p:cNvSpPr>
          <p:nvPr>
            <p:ph type="pic" idx="6"/>
          </p:nvPr>
        </p:nvSpPr>
        <p:spPr>
          <a:xfrm>
            <a:off x="462757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109"/>
          <p:cNvSpPr>
            <a:spLocks noGrp="1"/>
          </p:cNvSpPr>
          <p:nvPr>
            <p:ph type="pic" idx="7"/>
          </p:nvPr>
        </p:nvSpPr>
        <p:spPr>
          <a:xfrm>
            <a:off x="462757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109"/>
          <p:cNvSpPr>
            <a:spLocks noGrp="1"/>
          </p:cNvSpPr>
          <p:nvPr>
            <p:ph type="pic" idx="8"/>
          </p:nvPr>
        </p:nvSpPr>
        <p:spPr>
          <a:xfrm>
            <a:off x="694132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109"/>
          <p:cNvSpPr>
            <a:spLocks noGrp="1"/>
          </p:cNvSpPr>
          <p:nvPr>
            <p:ph type="pic" idx="9"/>
          </p:nvPr>
        </p:nvSpPr>
        <p:spPr>
          <a:xfrm>
            <a:off x="694132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10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Mosaic">
  <p:cSld name="CUSTOM_23_1_1_1_2_1"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0"/>
          <p:cNvSpPr>
            <a:spLocks noGrp="1"/>
          </p:cNvSpPr>
          <p:nvPr>
            <p:ph type="pic" idx="2"/>
          </p:nvPr>
        </p:nvSpPr>
        <p:spPr>
          <a:xfrm>
            <a:off x="-10414" y="2136"/>
            <a:ext cx="26238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110"/>
          <p:cNvSpPr>
            <a:spLocks noGrp="1"/>
          </p:cNvSpPr>
          <p:nvPr>
            <p:ph type="pic" idx="3"/>
          </p:nvPr>
        </p:nvSpPr>
        <p:spPr>
          <a:xfrm>
            <a:off x="-10425" y="1746100"/>
            <a:ext cx="2623800" cy="3397500"/>
          </a:xfrm>
          <a:prstGeom prst="rect">
            <a:avLst/>
          </a:prstGeom>
          <a:noFill/>
          <a:ln>
            <a:noFill/>
          </a:ln>
        </p:spPr>
      </p:sp>
      <p:sp>
        <p:nvSpPr>
          <p:cNvPr id="857" name="Google Shape;857;p110"/>
          <p:cNvSpPr>
            <a:spLocks noGrp="1"/>
          </p:cNvSpPr>
          <p:nvPr>
            <p:ph type="pic" idx="4"/>
          </p:nvPr>
        </p:nvSpPr>
        <p:spPr>
          <a:xfrm>
            <a:off x="2682550" y="1458075"/>
            <a:ext cx="33276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110"/>
          <p:cNvSpPr>
            <a:spLocks noGrp="1"/>
          </p:cNvSpPr>
          <p:nvPr>
            <p:ph type="pic" idx="5"/>
          </p:nvPr>
        </p:nvSpPr>
        <p:spPr>
          <a:xfrm>
            <a:off x="2682544" y="2136"/>
            <a:ext cx="17493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859" name="Google Shape;859;p110"/>
          <p:cNvSpPr>
            <a:spLocks noGrp="1"/>
          </p:cNvSpPr>
          <p:nvPr>
            <p:ph type="pic" idx="6"/>
          </p:nvPr>
        </p:nvSpPr>
        <p:spPr>
          <a:xfrm>
            <a:off x="4490588" y="2136"/>
            <a:ext cx="15195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860" name="Google Shape;860;p110"/>
          <p:cNvSpPr>
            <a:spLocks noGrp="1"/>
          </p:cNvSpPr>
          <p:nvPr>
            <p:ph type="pic" idx="7"/>
          </p:nvPr>
        </p:nvSpPr>
        <p:spPr>
          <a:xfrm>
            <a:off x="6068831" y="2136"/>
            <a:ext cx="15606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861" name="Google Shape;861;p110"/>
          <p:cNvSpPr>
            <a:spLocks noGrp="1"/>
          </p:cNvSpPr>
          <p:nvPr>
            <p:ph type="pic" idx="8"/>
          </p:nvPr>
        </p:nvSpPr>
        <p:spPr>
          <a:xfrm>
            <a:off x="7688175" y="2136"/>
            <a:ext cx="14559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110"/>
          <p:cNvSpPr>
            <a:spLocks noGrp="1"/>
          </p:cNvSpPr>
          <p:nvPr>
            <p:ph type="pic" idx="9"/>
          </p:nvPr>
        </p:nvSpPr>
        <p:spPr>
          <a:xfrm>
            <a:off x="2682550" y="3186300"/>
            <a:ext cx="6461400" cy="19572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11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Patterns →">
  <p:cSld name="CUSTOM_23_1_1_1_1_2_1_1_1_1_1_1_1_1_1_3">
    <p:bg>
      <p:bgPr>
        <a:solidFill>
          <a:schemeClr val="accent5"/>
        </a:solid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1"/>
          <p:cNvSpPr txBox="1"/>
          <p:nvPr/>
        </p:nvSpPr>
        <p:spPr>
          <a:xfrm>
            <a:off x="2577575" y="150"/>
            <a:ext cx="6566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Brand</a:t>
            </a:r>
            <a:r>
              <a:rPr lang="en" sz="6200" b="1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pattern backgrounds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866" name="Google Shape;866;p111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1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topo, white">
  <p:cSld name="CUSTOM_22_1_1_1_1_1_1_1_1_1_1_1_1_1_1_1_1_3"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" name="Google Shape;869;p112" title="251117 YIR Spotify Wrapped_Topo - Full page - Light_FINAL.png"/>
          <p:cNvPicPr preferRelativeResize="0"/>
          <p:nvPr/>
        </p:nvPicPr>
        <p:blipFill rotWithShape="1">
          <a:blip r:embed="rId2">
            <a:alphaModFix/>
          </a:blip>
          <a:srcRect l="19" r="29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11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1" name="Google Shape;871;p112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topo, black">
  <p:cSld name="CUSTOM_23_1_1_2_1_1_1_1_1_1_1_1_1_1_1_1_1_2_1_1">
    <p:bg>
      <p:bgPr>
        <a:solidFill>
          <a:schemeClr val="dk1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113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1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5" name="Google Shape;875;p113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morse code, white">
  <p:cSld name="CUSTOM_23_1_1_1_1_1_1_1_1_1_1_1_1_1_1_1_1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114" title="251117 YIR Spotify Wrapped_MorseCode - Full page - Light_FINAL.png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114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9" name="Google Shape;879;p114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morse code, black">
  <p:cSld name="CUSTOM_22_1_1_1_1_1_1_1_1_1_1_1_1_1_1_1_1_1_1_1">
    <p:bg>
      <p:bgPr>
        <a:solidFill>
          <a:schemeClr val="dk1"/>
        </a:solidFill>
        <a:effectLst/>
      </p:bgPr>
    </p:bg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15"/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15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3" name="Google Shape;883;p115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network, white">
  <p:cSld name="CUSTOM_23_1_1_2_1_1_1_1_1_1_1_1_1_1_1_1_1_2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p116" title="251117 YIR Spotify Wrapped_Network - Full page - Light_FINAL.png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116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7" name="Google Shape;887;p116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8082298" y="4458538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Patterns - network, black">
  <p:cSld name="CUSTOM_22_1_1_1_1_1_1_1_1_1_1_1_1_1_1_1_1_2_1">
    <p:bg>
      <p:bgPr>
        <a:solidFill>
          <a:schemeClr val="dk1"/>
        </a:solidFill>
        <a:effectLst/>
      </p:bgPr>
    </p:bg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117"/>
          <p:cNvPicPr preferRelativeResize="0"/>
          <p:nvPr/>
        </p:nvPicPr>
        <p:blipFill rotWithShape="1">
          <a:blip r:embed="rId2">
            <a:alphaModFix/>
          </a:blip>
          <a:srcRect l="29" r="39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17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8146075" y="4529400"/>
            <a:ext cx="769574" cy="40082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117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topo, white">
  <p:cSld name="CUSTOM_23_1_1_2_1_1_1_1_1_1_1_1_1_1_1_1_1_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118" title="251117 YIR Spotify Wrapped_Topo - Light_FINAL.png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118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topo, black">
  <p:cSld name="CUSTOM_23_1_1_2_1_1_1_1_1_1_1_1_1_1_1_1_1_1_2">
    <p:bg>
      <p:bgPr>
        <a:solidFill>
          <a:schemeClr val="dk1"/>
        </a:solidFill>
        <a:effectLst/>
      </p:bgPr>
    </p:bg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119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19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morse code, white">
  <p:cSld name="CUSTOM_23_1_1_2_1_1_1_1_1_1_1_1_1_1_1_1_1_1_3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120" title="251117 YIR Spotify Wrapped_MorseCode - Light_FINAL.png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120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morse code, black">
  <p:cSld name="CUSTOM_23_1_1_2_1_1_1_1_1_1_1_1_1_1_1_1_1_1_2_1">
    <p:bg>
      <p:bgPr>
        <a:solidFill>
          <a:schemeClr val="dk1"/>
        </a:solidFill>
        <a:effectLst/>
      </p:bgPr>
    </p:bg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121"/>
          <p:cNvPicPr preferRelativeResize="0"/>
          <p:nvPr/>
        </p:nvPicPr>
        <p:blipFill rotWithShape="1">
          <a:blip r:embed="rId2">
            <a:alphaModFix/>
          </a:blip>
          <a:srcRect l="59" r="59"/>
          <a:stretch/>
        </p:blipFill>
        <p:spPr>
          <a:xfrm>
            <a:off x="0" y="-1725"/>
            <a:ext cx="9144003" cy="5146948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121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network, white">
  <p:cSld name="CUSTOM_23_1_1_2_1_1_1_1_1_1_1_1_1_1_1_1_1_1_3_1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905;p122" title="251117 YIR Spotify Wrapped_Network - Light_FINAL.png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122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Patterns - network, black">
  <p:cSld name="CUSTOM_23_1_1_2_1_1_1_1_1_1_1_1_1_1_1_1_1_1_2_1_1">
    <p:bg>
      <p:bgPr>
        <a:solidFill>
          <a:schemeClr val="dk1"/>
        </a:solidFill>
        <a:effectLst/>
      </p:bgPr>
    </p:bg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123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123"/>
          <p:cNvSpPr/>
          <p:nvPr/>
        </p:nvSpPr>
        <p:spPr>
          <a:xfrm>
            <a:off x="-348650" y="4345275"/>
            <a:ext cx="267300" cy="803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Z Do not use. Ensures ASU brand color palette is in file.">
  <p:cSld name="CUSTOM_32_1">
    <p:bg>
      <p:bgPr>
        <a:solidFill>
          <a:schemeClr val="dk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24"/>
          <p:cNvSpPr txBox="1"/>
          <p:nvPr/>
        </p:nvSpPr>
        <p:spPr>
          <a:xfrm>
            <a:off x="424925" y="239700"/>
            <a:ext cx="82944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</a:rPr>
              <a:t>Not intended for use: </a:t>
            </a:r>
            <a:r>
              <a:rPr lang="en" b="1">
                <a:solidFill>
                  <a:schemeClr val="lt1"/>
                </a:solidFill>
              </a:rPr>
              <a:t>This slide ensures the full ASU color palette is available in your file.</a:t>
            </a:r>
            <a:endParaRPr sz="3200" b="1">
              <a:solidFill>
                <a:srgbClr val="747474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200" b="1">
                <a:solidFill>
                  <a:srgbClr val="747474"/>
                </a:solidFill>
              </a:rPr>
              <a:t>ASU color palette</a:t>
            </a:r>
            <a:endParaRPr sz="1300" b="1">
              <a:solidFill>
                <a:srgbClr val="FFFFFF"/>
              </a:solidFill>
            </a:endParaRPr>
          </a:p>
        </p:txBody>
      </p:sp>
      <p:graphicFrame>
        <p:nvGraphicFramePr>
          <p:cNvPr id="912" name="Google Shape;912;p124"/>
          <p:cNvGraphicFramePr/>
          <p:nvPr/>
        </p:nvGraphicFramePr>
        <p:xfrm>
          <a:off x="419007" y="1003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{DEF5F30D-BF8C-4BAF-8CEB-C0A2A224CCB9}</a:tableStyleId>
              </a:tblPr>
              <a:tblGrid>
                <a:gridCol w="12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6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5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9387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Primary brand colors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</a:rPr>
                        <a:t>Always use first.</a:t>
                      </a:r>
                      <a:endParaRPr sz="8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BFBFBF"/>
                          </a:solidFill>
                        </a:rPr>
                        <a:t>These should be your </a:t>
                      </a:r>
                      <a:br>
                        <a:rPr lang="en" sz="800">
                          <a:solidFill>
                            <a:srgbClr val="BFBFBF"/>
                          </a:solidFill>
                        </a:rPr>
                      </a:br>
                      <a:r>
                        <a:rPr lang="en" sz="800">
                          <a:solidFill>
                            <a:srgbClr val="BFBFBF"/>
                          </a:solidFill>
                        </a:rPr>
                        <a:t>first color choices and used more prominently than secondary colors.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</a:txBody>
                  <a:tcPr marL="0" marR="457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Gold</a:t>
                      </a:r>
                      <a:br>
                        <a:rPr lang="en" sz="7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#FFC627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endParaRPr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Maroon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#8C1D40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Black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#FFFFFF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Secondary brand colors</a:t>
                      </a:r>
                      <a:r>
                        <a:rPr lang="en" sz="800">
                          <a:solidFill>
                            <a:srgbClr val="BFBFBF"/>
                          </a:solidFill>
                        </a:rPr>
                        <a:t> 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</a:rPr>
                        <a:t>Use as accents only. </a:t>
                      </a:r>
                      <a:endParaRPr sz="8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BFBFBF"/>
                          </a:solidFill>
                        </a:rPr>
                        <a:t>Use in addition to primary brand colors, not for stand alone use. 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</a:txBody>
                  <a:tcPr marL="0" marR="457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F67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B7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49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Gree</a:t>
                      </a: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n</a:t>
                      </a: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 #78BE20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Blue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#00A3E0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Orange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#FF7F32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Copper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#AF674B</a:t>
                      </a:r>
                      <a:endParaRPr sz="6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Turquoise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#4AB7C4</a:t>
                      </a:r>
                      <a:endParaRPr sz="6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Pink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#E74973</a:t>
                      </a:r>
                      <a:endParaRPr sz="6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Gray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#747474</a:t>
                      </a:r>
                      <a:endParaRPr sz="6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None/>
                      </a:pP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47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ASU Grayscale</a:t>
                      </a:r>
                      <a:endParaRPr sz="8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</a:rPr>
                        <a:t>For text, line </a:t>
                      </a:r>
                      <a:br>
                        <a:rPr lang="en" sz="800" b="1">
                          <a:solidFill>
                            <a:schemeClr val="lt1"/>
                          </a:solidFill>
                        </a:rPr>
                      </a:br>
                      <a:r>
                        <a:rPr lang="en" sz="800" b="1">
                          <a:solidFill>
                            <a:schemeClr val="lt1"/>
                          </a:solidFill>
                        </a:rPr>
                        <a:t>and fill colors.</a:t>
                      </a:r>
                      <a:endParaRPr sz="8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BFBFBF"/>
                          </a:solidFill>
                        </a:rPr>
                        <a:t>ASU Gray is part </a:t>
                      </a:r>
                      <a:br>
                        <a:rPr lang="en" sz="800">
                          <a:solidFill>
                            <a:srgbClr val="BFBFBF"/>
                          </a:solidFill>
                        </a:rPr>
                      </a:br>
                      <a:r>
                        <a:rPr lang="en" sz="800">
                          <a:solidFill>
                            <a:srgbClr val="BFBFBF"/>
                          </a:solidFill>
                        </a:rPr>
                        <a:t>of this scale.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</a:txBody>
                  <a:tcPr marL="0" marR="457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84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45700" marR="0" marT="0" marB="0">
                    <a:lnL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0" marB="0">
                    <a:lnL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Black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 1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#191919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500">
                          <a:solidFill>
                            <a:srgbClr val="BFBFBF"/>
                          </a:solidFill>
                        </a:rPr>
                        <a:t>(Accessible digital black for reading</a:t>
                      </a:r>
                      <a:r>
                        <a:rPr lang="en" sz="400">
                          <a:solidFill>
                            <a:srgbClr val="BFBFBF"/>
                          </a:solidFill>
                        </a:rPr>
                        <a:t>  — </a:t>
                      </a:r>
                      <a:r>
                        <a:rPr lang="en" sz="500">
                          <a:solidFill>
                            <a:srgbClr val="BFBFBF"/>
                          </a:solidFill>
                        </a:rPr>
                        <a:t>reduced contrast)</a:t>
                      </a:r>
                      <a:endParaRPr sz="5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 2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#484848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Gray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#747474</a:t>
                      </a:r>
                      <a:b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(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Gray 3)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 4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#BFBFBF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 5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#D0D0D0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 6</a:t>
                      </a:r>
                      <a:br>
                        <a:rPr lang="en" sz="600" b="1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#E8E8E8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600" b="1" u="none" strike="noStrike" cap="none">
                          <a:solidFill>
                            <a:srgbClr val="BFBFBF"/>
                          </a:solidFill>
                        </a:rPr>
                        <a:t> </a:t>
                      </a: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7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r>
                        <a:rPr lang="en" sz="600" u="none" strike="noStrike" cap="none">
                          <a:solidFill>
                            <a:srgbClr val="BFBFBF"/>
                          </a:solidFill>
                        </a:rPr>
                        <a:t>#FAFAFA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 #FFFFFF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endParaRPr sz="7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350">
                <a:tc row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Brand color tints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</a:rPr>
                        <a:t>For use in data visualizations and spreadsheets.</a:t>
                      </a:r>
                      <a:endParaRPr sz="8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BFBFBF"/>
                          </a:solidFill>
                        </a:rPr>
                        <a:t>Tints of all ASU colors — 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BFBFBF"/>
                          </a:solidFill>
                        </a:rPr>
                        <a:t>not for stand alone use.</a:t>
                      </a:r>
                      <a:endParaRPr sz="800">
                        <a:solidFill>
                          <a:srgbClr val="BFBFBF"/>
                        </a:solidFill>
                      </a:endParaRPr>
                    </a:p>
                  </a:txBody>
                  <a:tcPr marL="0" marR="457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Gold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Maroon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Green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Blue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Orange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Copper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Turquoise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ASU Pink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Tints of red for error, </a:t>
                      </a:r>
                      <a:br>
                        <a:rPr lang="en" sz="600" b="1">
                          <a:solidFill>
                            <a:schemeClr val="lt2"/>
                          </a:solidFill>
                        </a:rPr>
                      </a:b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issues, negative values</a:t>
                      </a:r>
                      <a:endParaRPr sz="600" b="1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>
                    <a:lnL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#FFF9E9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9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#F3E8EC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#F1F8E8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#E5F6FC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6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#FFF2EA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#F7F0ED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0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#EDF8F9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#FDECF1</a:t>
                      </a: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#FAEAEA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10% tint</a:t>
                      </a:r>
                      <a:endParaRPr sz="600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#FFF1C9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#DFC9CF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C9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#DFC9CF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#D6F0FA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#FFEADE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A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#EBD9D2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9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#D2EDF0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D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#F9D1DC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#F2CBCB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25% tint</a:t>
                      </a:r>
                      <a:endParaRPr sz="6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#FFE293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#C58E9F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8E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#BBDE8F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#7FD1EF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D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#FFBF98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#D7B3A5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B3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#A4DBE1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#F3A4B9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A4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#E59797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97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50% tint</a:t>
                      </a:r>
                      <a:endParaRPr sz="600" b="1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#FFD45D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C6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#A95670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8C1D4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56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#9ACF58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78BE2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ACF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#42BBE8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00A3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BB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#FFA067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FF7F3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06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#C48E7A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AF674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8E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#79C9D3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4AB7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C9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#ED7897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E7497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78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191919"/>
                          </a:solidFill>
                        </a:rPr>
                        <a:t>#D96262</a:t>
                      </a:r>
                      <a:endParaRPr sz="600" u="none" strike="noStrike" cap="none">
                        <a:solidFill>
                          <a:srgbClr val="191919"/>
                        </a:solidFill>
                      </a:endParaRPr>
                    </a:p>
                  </a:txBody>
                  <a:tcPr marL="45700" marR="0" marT="0" marB="0" anchor="ctr">
                    <a:lnL w="19050" cap="flat" cmpd="sng">
                      <a:solidFill>
                        <a:srgbClr val="CC2F2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626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2"/>
                          </a:solidFill>
                        </a:rPr>
                        <a:t>75% tint</a:t>
                      </a:r>
                      <a:endParaRPr sz="600" b="1">
                        <a:solidFill>
                          <a:schemeClr val="lt2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>
                        <a:solidFill>
                          <a:srgbClr val="BFBFBF"/>
                        </a:solidFill>
                      </a:endParaRPr>
                    </a:p>
                  </a:txBody>
                  <a:tcPr marL="0" marR="457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913" name="Google Shape;913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9721" y="1378634"/>
            <a:ext cx="1376100" cy="14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124"/>
          <p:cNvSpPr/>
          <p:nvPr/>
        </p:nvSpPr>
        <p:spPr>
          <a:xfrm>
            <a:off x="7407146" y="959760"/>
            <a:ext cx="273300" cy="336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15" name="Google Shape;915;p124"/>
          <p:cNvGraphicFramePr/>
          <p:nvPr/>
        </p:nvGraphicFramePr>
        <p:xfrm>
          <a:off x="7410198" y="3139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{DEF5F30D-BF8C-4BAF-8CEB-C0A2A224CCB9}</a:tableStyleId>
              </a:tblPr>
              <a:tblGrid>
                <a:gridCol w="21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2F2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chemeClr val="lt1"/>
                          </a:solidFill>
                        </a:rPr>
                        <a:t>Error Red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#CC2F2F 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Use to indicate system errors, issues or negative number values only.</a:t>
                      </a:r>
                      <a:endParaRPr sz="6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BFBFBF"/>
                          </a:solidFill>
                        </a:rPr>
                        <a:t>Please do not use ASU Maroon to indicate negative information.</a:t>
                      </a:r>
                      <a:endParaRPr sz="600" b="1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 anchor="ctr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16" name="Google Shape;916;p124" title="Screenshot 2026-01-05 at 2.57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0200" y="1612077"/>
            <a:ext cx="1376100" cy="324123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124"/>
          <p:cNvSpPr/>
          <p:nvPr/>
        </p:nvSpPr>
        <p:spPr>
          <a:xfrm>
            <a:off x="-387975" y="4166600"/>
            <a:ext cx="358800" cy="1026000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24"/>
          <p:cNvSpPr/>
          <p:nvPr/>
        </p:nvSpPr>
        <p:spPr>
          <a:xfrm>
            <a:off x="0" y="552450"/>
            <a:ext cx="9187500" cy="4590900"/>
          </a:xfrm>
          <a:prstGeom prst="rect">
            <a:avLst/>
          </a:prstGeom>
          <a:solidFill>
            <a:srgbClr val="191919">
              <a:alpha val="7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slideLayout" Target="../slideLayouts/slideLayout118.xml"/><Relationship Id="rId119" Type="http://schemas.openxmlformats.org/officeDocument/2006/relationships/slideLayout" Target="../slideLayouts/slideLayout119.xml"/><Relationship Id="rId120" Type="http://schemas.openxmlformats.org/officeDocument/2006/relationships/slideLayout" Target="../slideLayouts/slideLayout120.xml"/><Relationship Id="rId121" Type="http://schemas.openxmlformats.org/officeDocument/2006/relationships/slideLayout" Target="../slideLayouts/slideLayout121.xml"/><Relationship Id="rId122" Type="http://schemas.openxmlformats.org/officeDocument/2006/relationships/slideLayout" Target="../slideLayouts/slideLayout122.xml"/><Relationship Id="rId123" Type="http://schemas.openxmlformats.org/officeDocument/2006/relationships/slideLayout" Target="../slideLayouts/slideLayout123.xml"/><Relationship Id="rId124" Type="http://schemas.openxmlformats.org/officeDocument/2006/relationships/theme" Target="../theme/theme1.xml"/><Relationship Id="rId1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>
            <a:off x="-219166" y="4387325"/>
            <a:ext cx="0" cy="7395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" name="Google Shape;7;p1"/>
          <p:cNvSpPr/>
          <p:nvPr/>
        </p:nvSpPr>
        <p:spPr>
          <a:xfrm>
            <a:off x="-333275" y="4684950"/>
            <a:ext cx="229500" cy="144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8007800" y="5034368"/>
            <a:ext cx="1042800" cy="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n" sz="400" i="0" u="none" strike="noStrike" cap="none">
                <a:solidFill>
                  <a:schemeClr val="lt2"/>
                </a:solidFill>
              </a:rPr>
              <a:t>Copyright © </a:t>
            </a:r>
            <a:r>
              <a:rPr lang="en" sz="400">
                <a:solidFill>
                  <a:schemeClr val="lt2"/>
                </a:solidFill>
              </a:rPr>
              <a:t>2026 </a:t>
            </a:r>
            <a:r>
              <a:rPr lang="en" sz="400" i="0" u="none" strike="noStrike" cap="none">
                <a:solidFill>
                  <a:schemeClr val="lt2"/>
                </a:solidFill>
              </a:rPr>
              <a:t>Arizona Board of Regents</a:t>
            </a:r>
            <a:endParaRPr sz="400" i="0" u="none" strike="noStrike" cap="none">
              <a:solidFill>
                <a:schemeClr val="lt2"/>
              </a:solidFill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9E9E9E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0" name="Google Shape;10;p1" title="Closed_captioning_symbol.svg.png"/>
          <p:cNvPicPr preferRelativeResize="0"/>
          <p:nvPr/>
        </p:nvPicPr>
        <p:blipFill>
          <a:blip r:embed="rId125">
            <a:alphaModFix amt="60000"/>
          </a:blip>
          <a:stretch>
            <a:fillRect/>
          </a:stretch>
        </p:blipFill>
        <p:spPr>
          <a:xfrm>
            <a:off x="-281943" y="4709987"/>
            <a:ext cx="125548" cy="94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11;p1"/>
          <p:cNvCxnSpPr/>
          <p:nvPr/>
        </p:nvCxnSpPr>
        <p:spPr>
          <a:xfrm>
            <a:off x="-216116" y="4375141"/>
            <a:ext cx="127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" name="Google Shape;12;p1"/>
          <p:cNvCxnSpPr/>
          <p:nvPr/>
        </p:nvCxnSpPr>
        <p:spPr>
          <a:xfrm>
            <a:off x="-216116" y="5138961"/>
            <a:ext cx="121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6"/>
              <a:buNone/>
              <a:defRPr sz="2796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8">
          <p15:clr>
            <a:srgbClr val="00F0E1"/>
          </p15:clr>
        </p15:guide>
        <p15:guide id="2" pos="461">
          <p15:clr>
            <a:srgbClr val="00F0E1"/>
          </p15:clr>
        </p15:guide>
        <p15:guide id="3" pos="893">
          <p15:clr>
            <a:srgbClr val="00F0E1"/>
          </p15:clr>
        </p15:guide>
        <p15:guide id="4" pos="708">
          <p15:clr>
            <a:srgbClr val="00F0E1"/>
          </p15:clr>
        </p15:guide>
        <p15:guide id="5" pos="952">
          <p15:clr>
            <a:srgbClr val="00F0E1"/>
          </p15:clr>
        </p15:guide>
        <p15:guide id="6" pos="1193">
          <p15:clr>
            <a:srgbClr val="00F0E1"/>
          </p15:clr>
        </p15:guide>
        <p15:guide id="7" pos="1137">
          <p15:clr>
            <a:srgbClr val="00F0E1"/>
          </p15:clr>
        </p15:guide>
        <p15:guide id="8" pos="213">
          <p15:clr>
            <a:srgbClr val="7432FF"/>
          </p15:clr>
        </p15:guide>
        <p15:guide id="9" pos="1439">
          <p15:clr>
            <a:srgbClr val="00F0E1"/>
          </p15:clr>
        </p15:guide>
        <p15:guide id="10" pos="1624">
          <p15:clr>
            <a:srgbClr val="00F0E1"/>
          </p15:clr>
        </p15:guide>
        <p15:guide id="11" pos="1680">
          <p15:clr>
            <a:srgbClr val="00F0E1"/>
          </p15:clr>
        </p15:guide>
        <p15:guide id="12" pos="1869">
          <p15:clr>
            <a:srgbClr val="00F0E1"/>
          </p15:clr>
        </p15:guide>
        <p15:guide id="13" pos="2174">
          <p15:clr>
            <a:srgbClr val="00F0E1"/>
          </p15:clr>
        </p15:guide>
        <p15:guide id="14" pos="2114">
          <p15:clr>
            <a:srgbClr val="00F0E1"/>
          </p15:clr>
        </p15:guide>
        <p15:guide id="15" pos="2412">
          <p15:clr>
            <a:srgbClr val="00F0E1"/>
          </p15:clr>
        </p15:guide>
        <p15:guide id="16" pos="2360">
          <p15:clr>
            <a:srgbClr val="00F0E1"/>
          </p15:clr>
        </p15:guide>
        <p15:guide id="17" pos="2606">
          <p15:clr>
            <a:srgbClr val="00F0E1"/>
          </p15:clr>
        </p15:guide>
        <p15:guide id="18" pos="2851">
          <p15:clr>
            <a:srgbClr val="00F0E1"/>
          </p15:clr>
        </p15:guide>
        <p15:guide id="19" pos="3095">
          <p15:clr>
            <a:srgbClr val="00F0E1"/>
          </p15:clr>
        </p15:guide>
        <p15:guide id="20" pos="3154">
          <p15:clr>
            <a:srgbClr val="00F0E1"/>
          </p15:clr>
        </p15:guide>
        <p15:guide id="21" pos="3340">
          <p15:clr>
            <a:srgbClr val="00F0E1"/>
          </p15:clr>
        </p15:guide>
        <p15:guide id="22" pos="3400">
          <p15:clr>
            <a:srgbClr val="00F0E1"/>
          </p15:clr>
        </p15:guide>
        <p15:guide id="23" pos="3586">
          <p15:clr>
            <a:srgbClr val="00F0E1"/>
          </p15:clr>
        </p15:guide>
        <p15:guide id="24" pos="3643">
          <p15:clr>
            <a:srgbClr val="00F0E1"/>
          </p15:clr>
        </p15:guide>
        <p15:guide id="25" pos="3831">
          <p15:clr>
            <a:srgbClr val="00F0E1"/>
          </p15:clr>
        </p15:guide>
        <p15:guide id="26" pos="3889">
          <p15:clr>
            <a:srgbClr val="00F0E1"/>
          </p15:clr>
        </p15:guide>
        <p15:guide id="27" pos="4080">
          <p15:clr>
            <a:srgbClr val="00F0E1"/>
          </p15:clr>
        </p15:guide>
        <p15:guide id="28" pos="4127">
          <p15:clr>
            <a:srgbClr val="00F0E1"/>
          </p15:clr>
        </p15:guide>
        <p15:guide id="29" pos="4379">
          <p15:clr>
            <a:srgbClr val="00F0E1"/>
          </p15:clr>
        </p15:guide>
        <p15:guide id="30" orient="horz" pos="3056">
          <p15:clr>
            <a:srgbClr val="7432FF"/>
          </p15:clr>
        </p15:guide>
        <p15:guide id="31" orient="horz" pos="690">
          <p15:clr>
            <a:srgbClr val="00F0E1"/>
          </p15:clr>
        </p15:guide>
        <p15:guide id="32" orient="horz" pos="1629">
          <p15:clr>
            <a:srgbClr val="F95DFF"/>
          </p15:clr>
        </p15:guide>
        <p15:guide id="33" orient="horz" pos="2755">
          <p15:clr>
            <a:srgbClr val="EC5353"/>
          </p15:clr>
        </p15:guide>
        <p15:guide id="34" pos="5303">
          <p15:clr>
            <a:srgbClr val="00F0E1"/>
          </p15:clr>
        </p15:guide>
        <p15:guide id="35" pos="5101">
          <p15:clr>
            <a:srgbClr val="00F0E1"/>
          </p15:clr>
        </p15:guide>
        <p15:guide id="36" pos="2909">
          <p15:clr>
            <a:srgbClr val="00F0E1"/>
          </p15:clr>
        </p15:guide>
        <p15:guide id="37" pos="1381">
          <p15:clr>
            <a:srgbClr val="00F0E1"/>
          </p15:clr>
        </p15:guide>
        <p15:guide id="38" pos="403">
          <p15:clr>
            <a:srgbClr val="00F0E1"/>
          </p15:clr>
        </p15:guide>
        <p15:guide id="39" pos="4623">
          <p15:clr>
            <a:srgbClr val="00F0E1"/>
          </p15:clr>
        </p15:guide>
        <p15:guide id="40" pos="4808">
          <p15:clr>
            <a:srgbClr val="00F0E1"/>
          </p15:clr>
        </p15:guide>
        <p15:guide id="41" pos="4867">
          <p15:clr>
            <a:srgbClr val="00F0E1"/>
          </p15:clr>
        </p15:guide>
        <p15:guide id="42" pos="5059">
          <p15:clr>
            <a:srgbClr val="00F0E1"/>
          </p15:clr>
        </p15:guide>
        <p15:guide id="43" pos="5346">
          <p15:clr>
            <a:srgbClr val="00F0E1"/>
          </p15:clr>
        </p15:guide>
        <p15:guide id="44" pos="5547">
          <p15:clr>
            <a:srgbClr val="7432FF"/>
          </p15:clr>
        </p15:guide>
        <p15:guide id="45" orient="horz" pos="202">
          <p15:clr>
            <a:srgbClr val="7432FF"/>
          </p15:clr>
        </p15:guide>
        <p15:guide id="46" orient="horz" pos="562">
          <p15:clr>
            <a:srgbClr val="00F0E1"/>
          </p15:clr>
        </p15:guide>
        <p15:guide id="47" pos="2880">
          <p15:clr>
            <a:srgbClr val="F95DFF"/>
          </p15:clr>
        </p15:guide>
        <p15:guide id="48" pos="4567">
          <p15:clr>
            <a:srgbClr val="00F0E1"/>
          </p15:clr>
        </p15:guide>
        <p15:guide id="49" pos="4321">
          <p15:clr>
            <a:srgbClr val="00F0E1"/>
          </p15:clr>
        </p15:guide>
        <p15:guide id="50" pos="1929">
          <p15:clr>
            <a:srgbClr val="00F0E1"/>
          </p15:clr>
        </p15:guide>
        <p15:guide id="51" pos="2665">
          <p15:clr>
            <a:srgbClr val="00F0E1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35"/>
          <p:cNvSpPr txBox="1">
            <a:spLocks noGrp="1"/>
          </p:cNvSpPr>
          <p:nvPr>
            <p:ph type="ctrTitle"/>
          </p:nvPr>
        </p:nvSpPr>
        <p:spPr>
          <a:xfrm>
            <a:off x="338325" y="320050"/>
            <a:ext cx="8384700" cy="372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C3D to FBX Conversion Tool</a:t>
            </a:r>
            <a:endParaRPr/>
          </a:p>
        </p:txBody>
      </p:sp>
      <p:sp>
        <p:nvSpPr>
          <p:cNvPr id="1124" name="Google Shape;1124;p135"/>
          <p:cNvSpPr txBox="1">
            <a:spLocks noGrp="1"/>
          </p:cNvSpPr>
          <p:nvPr>
            <p:ph type="subTitle" idx="1"/>
          </p:nvPr>
        </p:nvSpPr>
        <p:spPr>
          <a:xfrm>
            <a:off x="338325" y="4024425"/>
            <a:ext cx="84675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Clinical Motion Capture &amp; Interactive Visualization • Endless Games and Learning Lab • James Sypherd</a:t>
            </a:r>
            <a:endParaRPr/>
          </a:p>
        </p:txBody>
      </p:sp>
      <p:pic>
        <p:nvPicPr>
          <p:cNvPr id="1125" name="Google Shape;1125;p1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202518" y="4462840"/>
            <a:ext cx="787450" cy="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CLINICAL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8686800" cy="7132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54864" cy="7132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9494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Clinical data collected — never visualized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69264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Rich biomechanical data sits in .C3D files. Patients never see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44752"/>
            <a:ext cx="8686800" cy="7132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44752"/>
            <a:ext cx="54864" cy="7132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961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Patients see numbers, not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7393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Charts and spreadsheets don't build intuition or drive motivation.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49424"/>
            <a:ext cx="8686800" cy="7132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49424"/>
            <a:ext cx="54864" cy="7132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0428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50% compliance drop after 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786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Without engaging feedback, patients abandon home exercise 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54096"/>
            <a:ext cx="8686800" cy="7132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054096"/>
            <a:ext cx="54864" cy="7132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108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Existing software: $100,000+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383279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Vicon, Qualisys — research-grade cost, unreachable for most PT clinics.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58768"/>
            <a:ext cx="8686800" cy="7132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858768"/>
            <a:ext cx="54864" cy="7132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13631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No interactive gamification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18795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The motion capture hardware exists. The game engine bridge does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94360"/>
            <a:ext cx="1664207" cy="1737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C3D</a:t>
            </a:r>
            <a:br/>
            <a:r>
              <a:t>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1527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8E8"/>
                </a:solidFill>
                <a:latin typeface="Calibri"/>
              </a:rPr>
              <a:t>Binary clinical</a:t>
            </a:r>
            <a:br/>
            <a:r>
              <a:t>format</a:t>
            </a:r>
            <a:br/>
            <a:r>
              <a:t>(Vicon/Nexus)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097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627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8528" y="594360"/>
            <a:ext cx="1664207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64008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9601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Inspect</a:t>
            </a:r>
            <a:br/>
            <a:r>
              <a:t>+Validate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508760"/>
            <a:ext cx="1527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8E8"/>
                </a:solidFill>
                <a:latin typeface="Calibri"/>
              </a:rPr>
              <a:t>inspect_c3d.py</a:t>
            </a:r>
            <a:br/>
            <a:r>
              <a:t>Label discovery</a:t>
            </a:r>
            <a:br/>
            <a:r>
              <a:t>Marker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097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627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594360"/>
            <a:ext cx="1664207" cy="17373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64008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9601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5" y="1508760"/>
            <a:ext cx="1527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8E8"/>
                </a:solidFill>
                <a:latin typeface="Calibri"/>
              </a:rPr>
              <a:t>solve_csv_to</a:t>
            </a:r>
            <a:br/>
            <a:r>
              <a:t>_ue_rigjson.py</a:t>
            </a:r>
            <a:br/>
            <a:r>
              <a:t>Forward kinematics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097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627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594360"/>
            <a:ext cx="1664207" cy="1737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264" y="64008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1264" y="9601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Rig +</a:t>
            </a:r>
            <a:br/>
            <a:r>
              <a:t>Animate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508760"/>
            <a:ext cx="1527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8E8"/>
                </a:solidFill>
                <a:latin typeface="Calibri"/>
              </a:rPr>
              <a:t>blender_virtual</a:t>
            </a:r>
            <a:br/>
            <a:r>
              <a:t>_csv_to_fbx.py</a:t>
            </a:r>
            <a:br/>
            <a:r>
              <a:t>Mixamo skeleton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0972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627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5472" y="594360"/>
            <a:ext cx="1664207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64008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960120"/>
            <a:ext cx="1527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FBX</a:t>
            </a:r>
            <a:br/>
            <a:r>
              <a:t>→ UE5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1508760"/>
            <a:ext cx="1527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8E8"/>
                </a:solidFill>
                <a:latin typeface="Calibri"/>
              </a:rPr>
              <a:t>Retarget to</a:t>
            </a:r>
            <a:br/>
            <a:r>
              <a:t>Mannequin /</a:t>
            </a:r>
            <a:br/>
            <a:r>
              <a:t>MetaHuman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514600"/>
            <a:ext cx="877824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5786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47474"/>
                </a:solidFill>
                <a:latin typeface="Calibri"/>
              </a:rPr>
              <a:t>Real clinical data included: t7updated2_1111111_2022_01_03_barewalk1.c3d  (ASU biomechanics lab gait session)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108960"/>
            <a:ext cx="8778240" cy="548640"/>
          </a:xfrm>
          <a:prstGeom prst="rect">
            <a:avLst/>
          </a:prstGeom>
          <a:solidFill>
            <a:srgbClr val="FF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7296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  <a:latin typeface="Calibri"/>
              </a:rPr>
              <a:t>Key innovation: Mixamo-named skeleton → drops into UE5 / Unity retargeting with ZERO manual rigging</a:t>
            </a:r>
          </a:p>
        </p:txBody>
      </p:sp>
      <p:pic>
        <p:nvPicPr>
          <p:cNvPr id="33" name="Picture 32" descr="fram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46120"/>
            <a:ext cx="8778240" cy="1600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2880" y="4919472"/>
            <a:ext cx="8778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747474"/>
                </a:solidFill>
              </a:rPr>
              <a:t>Vicon Nexus 3D viewport — full-body skeleton reconstruction with force plates active (ASU biomechanics lab)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CODE SPOTLIGHT 1 — inspect_c3d.py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C627"/>
                </a:solidFill>
                <a:latin typeface="Calibri"/>
              </a:rPr>
              <a:t>Lab-agnostic label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Problem: Every mocap lab names markers differently. Vicon uses LSHO; another lab uses LeftShoulder. This tool auto-discovers what's usable.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33272"/>
            <a:ext cx="4882896" cy="3054096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Load C3D binary via ezc3d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c3d = ezc3d.c3d(path)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point_labels = c3d['parameters']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          ['POINT']['LABELS']['value']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Fuzzy-match upper body markers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upper_keywords = [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  <a:latin typeface="Courier New"/>
              </a:rPr>
              <a:t>  "C7","CLAV","SHO","ELB","WRI",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  <a:latin typeface="Courier New"/>
              </a:rPr>
              <a:t>  "HEAD","FHEA","V_","JC"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]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Smart filter: exclude lower-body false hits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lower_only = ['KNEE','ANKLE','TOE']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Output: spec list for downstream scripts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</a:rPr>
              <a:t># Example: ('LSHO', ['LSHO'], None),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am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926080"/>
            <a:ext cx="333756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4709160"/>
            <a:ext cx="3337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747474"/>
                </a:solidFill>
              </a:rPr>
              <a:t>68 markers reconstructed (60 physical + 8 virtual)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CODE SPOTLIGHT 2 — Quaternion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C627"/>
                </a:solidFill>
                <a:latin typeface="Calibri"/>
              </a:rPr>
              <a:t>solve_csv_to_ue_rigjson.py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Converts marker positions → 23-joint rotations using forward kinematics, hemisphere continuity, and delta quaternions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029200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33272"/>
            <a:ext cx="4882896" cy="3328415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Build rotation from aim + roll pole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def frame_from_aim_pole(aim, pole):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y = norm(aim)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z = pole - dot(pole,y)*y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x = norm(cross(y, z))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return stack([x,y,z], axis=1)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CRITICAL: Prevent 180° flip artifacts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def pole_continuous(pole, prev):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if dot(pole, prev) &lt; 0.0: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  <a:latin typeface="Courier New"/>
              </a:rPr>
              <a:t>        return -pole  # flip fix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return pole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Delta relative to REST pose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</a:rPr>
              <a:t># Prevents double-rotation in Blender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delta = mul_quat(inv_quat(rest),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             local_quat[f])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60120"/>
            <a:ext cx="3383280" cy="3474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1078992"/>
            <a:ext cx="3191256" cy="3282696"/>
          </a:xfrm>
          <a:prstGeom prst="rect">
            <a:avLst/>
          </a:prstGeom>
          <a:solidFill>
            <a:srgbClr val="E8E8E8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8C1D40"/>
                </a:solidFill>
              </a:rPr>
              <a:t>3 HARD PROBLEMS SOLVED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① Quaternion flips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Mocap noise causes 180° sign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flips — hemisphere continuity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check eliminates popping.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② Double rotation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Delta quats relative to rest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pose prevent error accumulation.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③ Torso listing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Global correction matrix at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calibration frame removes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constant lean/drift.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CODE SPOTLIGHT 3 — Skeletal Rigging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C627"/>
                </a:solidFill>
                <a:latin typeface="Calibri"/>
              </a:rPr>
              <a:t>blender_virtual_csv_legs_to_fbx.py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Auto-builds patient-specific Mixamo skeleton from real bone measurements, smooth warm-up blend from T-pose to motion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029200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33272"/>
            <a:ext cx="4882896" cy="3328415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Measure REAL bone lengths from data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thigh_l = (fr0['VLHI']-fr0['VLKN']).length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calf_l  = (fr0['VLKN']-fr0['VLAN']).length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Build T-pose with Mixamo names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</a:rPr>
              <a:t># (UE5 retarget works immediately)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add_bone("mixamorig:LeftUpLeg",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lhip, lhip+Vector((0,0,-thigh_l)),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parent="mixamorig:Hips")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4D2FF"/>
                </a:solidFill>
              </a:rPr>
              <a:t># Warm-up blend: T-pose → stable motion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C627"/>
                </a:solidFill>
              </a:rPr>
              <a:t># 24 frames @ 120fps = 0.2s smooth entry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</a:rPr>
              <a:t>for i in range(WARMUP_BLEND_FRAMES):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t = i / float(WARMUP_BLEND_FRAMES)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pb.rotation_quaternion =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ourier New"/>
              </a:rPr>
              <a:t>        q0.slerp(target_rot, 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60120"/>
            <a:ext cx="3383280" cy="3474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1078992"/>
            <a:ext cx="3191256" cy="3282696"/>
          </a:xfrm>
          <a:prstGeom prst="rect">
            <a:avLst/>
          </a:prstGeom>
          <a:solidFill>
            <a:srgbClr val="E8E8E8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8C1D40"/>
                </a:solidFill>
              </a:rPr>
              <a:t>ENGINEERING DECISIONS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Patient-specific sizing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Bones measured from each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patient's actual data — not 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generic template skeleton.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Mixamo naming = free retarget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Works with UE5 Mannequin,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MetaHuman, any Mixamo char.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97A7"/>
                </a:solidFill>
              </a:rPr>
              <a:t>24-frame warm-up blend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Smooth T-pose → motion entry.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91919"/>
                </a:solidFill>
              </a:rPr>
              <a:t>No jarring first-frame artifacts.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LIVE DEMO — No Motion Capture Hardware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40080"/>
            <a:ext cx="1554480" cy="4023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640080"/>
            <a:ext cx="1554480" cy="4114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9494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Open Real Clinical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554480"/>
            <a:ext cx="1463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Calibri"/>
              </a:rPr>
              <a:t>Load barewalk1.c3d — actual ASU patient gait session.</a:t>
            </a:r>
            <a:br/>
            <a:r>
              <a:t>Real markers, real kinematics, real clinical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926080"/>
            <a:ext cx="1463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A3E0"/>
                </a:solidFill>
                <a:latin typeface="Calibri"/>
              </a:rPr>
              <a:t>[ Nexus / UE5</a:t>
            </a:r>
            <a:br/>
            <a:r>
              <a:t>screenshot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640080"/>
            <a:ext cx="1554480" cy="4023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640080"/>
            <a:ext cx="1554480" cy="4114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39" y="69494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39" y="111556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Run Pipeline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1554480"/>
            <a:ext cx="1463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Calibri"/>
              </a:rPr>
              <a:t>python inspect_c3d.py → auto-discovers markers</a:t>
            </a:r>
            <a:br/>
            <a:r>
              <a:t>Convert to virtual_joints.csv in real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2926080"/>
            <a:ext cx="1463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A3E0"/>
                </a:solidFill>
                <a:latin typeface="Calibri"/>
              </a:rPr>
              <a:t>[ Nexus / UE5</a:t>
            </a:r>
            <a:br/>
            <a:r>
              <a:t>screenshot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640080"/>
            <a:ext cx="1554480" cy="4023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640080"/>
            <a:ext cx="1554480" cy="4114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69494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111556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Blender Headless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1554480"/>
            <a:ext cx="1463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Calibri"/>
              </a:rPr>
              <a:t>blender --background --python blender_virtual...</a:t>
            </a:r>
            <a:br/>
            <a:r>
              <a:t>FBX exports in under 30 seconds on any laptop.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2926080"/>
            <a:ext cx="1463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A3E0"/>
                </a:solidFill>
                <a:latin typeface="Calibri"/>
              </a:rPr>
              <a:t>[ Nexus / UE5</a:t>
            </a:r>
            <a:br/>
            <a:r>
              <a:t>screenshot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640080"/>
            <a:ext cx="1554480" cy="4023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640080"/>
            <a:ext cx="1554480" cy="4114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69494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111556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UE5 Viewport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554480"/>
            <a:ext cx="1463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Calibri"/>
              </a:rPr>
              <a:t>Import FBX → retarget to Mannequin → Press Play.</a:t>
            </a:r>
            <a:br/>
            <a:r>
              <a:t>Patient walks across screen. Zero manual rigging.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926080"/>
            <a:ext cx="1463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A3E0"/>
                </a:solidFill>
                <a:latin typeface="Calibri"/>
              </a:rPr>
              <a:t>[ Nexus / UE5</a:t>
            </a:r>
            <a:br/>
            <a:r>
              <a:t>screenshot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640080"/>
            <a:ext cx="1554480" cy="40233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640080"/>
            <a:ext cx="1554480" cy="4114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59" y="694944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111556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  <a:latin typeface="Calibri"/>
              </a:rPr>
              <a:t>Gamification Mockup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1554480"/>
            <a:ext cx="1463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Calibri"/>
              </a:rPr>
              <a:t>Rep counter, form score, streak system.</a:t>
            </a:r>
            <a:br/>
            <a:r>
              <a:t>Patient sees their own movement pattern, gamified.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2926080"/>
            <a:ext cx="1463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A3E0"/>
                </a:solidFill>
                <a:latin typeface="Calibri"/>
              </a:rPr>
              <a:t>[ Nexus / UE5</a:t>
            </a:r>
            <a:br/>
            <a:r>
              <a:t>screenshot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40080"/>
            <a:ext cx="2057400" cy="18288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$45B+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E8"/>
                </a:solidFill>
                <a:latin typeface="Calibri"/>
              </a:rPr>
              <a:t>US Physical</a:t>
            </a:r>
            <a:br/>
            <a:r>
              <a:t>Therapy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640080"/>
            <a:ext cx="2057400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7132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361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E8"/>
                </a:solidFill>
                <a:latin typeface="Calibri"/>
              </a:rPr>
              <a:t>Compliance Drop</a:t>
            </a:r>
            <a:br/>
            <a:r>
              <a:t>After 2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640080"/>
            <a:ext cx="2057400" cy="18288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7132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30–60%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5361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E8"/>
                </a:solidFill>
                <a:latin typeface="Calibri"/>
              </a:rPr>
              <a:t>Adherence Increase</a:t>
            </a:r>
            <a:br/>
            <a:r>
              <a:t>With Gamification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640080"/>
            <a:ext cx="2057400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7999" y="71323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$99/mo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9" y="15361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8E8"/>
                </a:solidFill>
                <a:latin typeface="Calibri"/>
              </a:rPr>
              <a:t>Target Clinic Price</a:t>
            </a:r>
            <a:br/>
            <a:r>
              <a:t>vs. $100K+ Incumbents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651760"/>
            <a:ext cx="8778240" cy="15544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15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09067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• Consumer VR is mainstream — Apple Vision Pro, Meta Quest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83279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• Post-COVID telehealth accelerated remote PT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75887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• UE5 MetaHuman = photorealistic patient avatars, out of the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68496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• AI-driven form analysis is commercially viable at low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DEVELOPMENT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21792"/>
            <a:ext cx="2816351" cy="42062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2606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MVP</a:t>
            </a:r>
            <a:br/>
            <a:r>
              <a:t>4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2816351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C3D → FBX pipeline (this tool)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67128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Real-time UE5 skeleton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169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Rep counter + ROM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666744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Single exercise type: gait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621792"/>
            <a:ext cx="2816351" cy="42062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694944"/>
            <a:ext cx="2606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Beta</a:t>
            </a:r>
            <a:br/>
            <a:r>
              <a:t>8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325880"/>
            <a:ext cx="2816351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17320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Clinic onboarding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67128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Multi-exercise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9169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Patient progress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666744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AI form coaching overlays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621792"/>
            <a:ext cx="2816351" cy="42062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694944"/>
            <a:ext cx="2606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V1.0</a:t>
            </a:r>
            <a:br/>
            <a:r>
              <a:t>12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2816351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17320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Mobile companion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167128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Cloud processing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169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EMR/EHR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666744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✓  VR mode (Quest 3 / Vision Pro)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499719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502920" cy="499719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627"/>
                </a:solidFill>
                <a:latin typeface="Calibri"/>
              </a:rPr>
              <a:t>ENDLESS GAMES AND LEARNING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C1D40"/>
                </a:solidFill>
                <a:latin typeface="Calibri"/>
              </a:rPr>
              <a:t>The data already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91919"/>
                </a:solidFill>
                <a:latin typeface="Calibri"/>
              </a:rPr>
              <a:t>We built the bridge.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2011680" cy="54864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7474"/>
                </a:solidFill>
                <a:latin typeface="Calibri"/>
              </a:rPr>
              <a:t>C3D → FBX → Unreal Engine → Patient sees their movement in 3D, scored in real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63240"/>
            <a:ext cx="25603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Request a Live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63240"/>
            <a:ext cx="2560320" cy="5029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3127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github.com/BetterCodeGoblin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Calibri"/>
              </a:rPr>
              <a:t>James Sypherd  ·  sypherdj1@gmail.com  ·  ASU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36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title</a:t>
            </a:r>
            <a:endParaRPr/>
          </a:p>
        </p:txBody>
      </p:sp>
      <p:sp>
        <p:nvSpPr>
          <p:cNvPr id="1130" name="Google Shape;1130;p136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8467200" cy="3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85750" lvl="0" indent="-257175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point</a:t>
            </a:r>
            <a:endParaRPr/>
          </a:p>
          <a:p>
            <a:pPr marL="285750" lvl="0" indent="-257175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Supporting detail</a:t>
            </a:r>
            <a:endParaRPr/>
          </a:p>
          <a:p>
            <a:pPr marL="285750" lvl="0" indent="-257175" algn="l" rtl="0">
              <a:spcBef>
                <a:spcPts val="800"/>
              </a:spcBef>
              <a:spcAft>
                <a:spcPts val="800"/>
              </a:spcAft>
              <a:buSzPts val="1800"/>
              <a:buChar char="●"/>
            </a:pPr>
            <a:r>
              <a:rPr lang="en"/>
              <a:t>Supporting detail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37"/>
          <p:cNvSpPr txBox="1">
            <a:spLocks noGrp="1"/>
          </p:cNvSpPr>
          <p:nvPr>
            <p:ph type="title" idx="4294967295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 title</a:t>
            </a:r>
            <a:endParaRPr dirty="0"/>
          </a:p>
        </p:txBody>
      </p:sp>
      <p:sp>
        <p:nvSpPr>
          <p:cNvPr id="1136" name="Google Shape;1136;p137"/>
          <p:cNvSpPr txBox="1">
            <a:spLocks noGrp="1"/>
          </p:cNvSpPr>
          <p:nvPr>
            <p:ph type="subTitle" idx="3"/>
          </p:nvPr>
        </p:nvSpPr>
        <p:spPr>
          <a:xfrm>
            <a:off x="337900" y="726175"/>
            <a:ext cx="8467200" cy="16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1"/>
                </a:highlight>
              </a:rPr>
              <a:t>Slide subtitle</a:t>
            </a:r>
            <a:endParaRPr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1139" name="Google Shape;1139;p137"/>
          <p:cNvSpPr txBox="1">
            <a:spLocks noGrp="1"/>
          </p:cNvSpPr>
          <p:nvPr>
            <p:ph type="body" idx="1"/>
          </p:nvPr>
        </p:nvSpPr>
        <p:spPr>
          <a:xfrm>
            <a:off x="3383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Use this two-column slide for key points, explanations or discussion notes.</a:t>
            </a:r>
            <a:endParaRPr/>
          </a:p>
        </p:txBody>
      </p:sp>
      <p:sp>
        <p:nvSpPr>
          <p:cNvPr id="1138" name="Google Shape;1138;p137"/>
          <p:cNvSpPr txBox="1">
            <a:spLocks noGrp="1"/>
          </p:cNvSpPr>
          <p:nvPr>
            <p:ph type="body" idx="2"/>
          </p:nvPr>
        </p:nvSpPr>
        <p:spPr>
          <a:xfrm>
            <a:off x="4617725" y="1125700"/>
            <a:ext cx="4188000" cy="32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b="1"/>
              <a:t>Keep text concise and focused.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38"/>
          <p:cNvSpPr txBox="1">
            <a:spLocks noGrp="1"/>
          </p:cNvSpPr>
          <p:nvPr>
            <p:ph type="title"/>
          </p:nvPr>
        </p:nvSpPr>
        <p:spPr>
          <a:xfrm>
            <a:off x="338325" y="320050"/>
            <a:ext cx="4574700" cy="57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title</a:t>
            </a:r>
            <a:endParaRPr/>
          </a:p>
        </p:txBody>
      </p:sp>
      <p:sp>
        <p:nvSpPr>
          <p:cNvPr id="1144" name="Google Shape;1144;p138"/>
          <p:cNvSpPr txBox="1">
            <a:spLocks noGrp="1"/>
          </p:cNvSpPr>
          <p:nvPr>
            <p:ph type="body" idx="1"/>
          </p:nvPr>
        </p:nvSpPr>
        <p:spPr>
          <a:xfrm>
            <a:off x="338325" y="1095050"/>
            <a:ext cx="4233600" cy="3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Add brief supporting text or key points here and add image to help illustrate the message.</a:t>
            </a:r>
            <a:endParaRPr/>
          </a:p>
        </p:txBody>
      </p:sp>
      <p:pic>
        <p:nvPicPr>
          <p:cNvPr id="1146" name="Google Shape;1146;p1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398" r="23398"/>
          <a:stretch/>
        </p:blipFill>
        <p:spPr>
          <a:xfrm>
            <a:off x="5038350" y="0"/>
            <a:ext cx="4105800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39"/>
          <p:cNvSpPr txBox="1">
            <a:spLocks noGrp="1"/>
          </p:cNvSpPr>
          <p:nvPr>
            <p:ph type="title"/>
          </p:nvPr>
        </p:nvSpPr>
        <p:spPr>
          <a:xfrm>
            <a:off x="0" y="1798675"/>
            <a:ext cx="8805600" cy="1542600"/>
          </a:xfrm>
          <a:prstGeom prst="rect">
            <a:avLst/>
          </a:prstGeom>
        </p:spPr>
        <p:txBody>
          <a:bodyPr spcFirstLastPara="1" wrap="square" lIns="320025" tIns="182875" rIns="411475" bIns="1828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Subsection title goes here</a:t>
            </a:r>
            <a:endParaRPr/>
          </a:p>
        </p:txBody>
      </p:sp>
      <p:sp>
        <p:nvSpPr>
          <p:cNvPr id="1152" name="Google Shape;1152;p139"/>
          <p:cNvSpPr txBox="1">
            <a:spLocks noGrp="1"/>
          </p:cNvSpPr>
          <p:nvPr>
            <p:ph type="subTitle" idx="1"/>
          </p:nvPr>
        </p:nvSpPr>
        <p:spPr>
          <a:xfrm>
            <a:off x="344525" y="1299500"/>
            <a:ext cx="4233600" cy="59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Add a preheader or title of the section this is part of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40"/>
          <p:cNvSpPr txBox="1">
            <a:spLocks noGrp="1"/>
          </p:cNvSpPr>
          <p:nvPr>
            <p:ph type="title" idx="9"/>
          </p:nvPr>
        </p:nvSpPr>
        <p:spPr>
          <a:xfrm>
            <a:off x="338325" y="320050"/>
            <a:ext cx="84672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Highlight key numbers</a:t>
            </a:r>
            <a:endParaRPr dirty="0"/>
          </a:p>
        </p:txBody>
      </p:sp>
      <p:sp>
        <p:nvSpPr>
          <p:cNvPr id="1160" name="Google Shape;1160;p140"/>
          <p:cNvSpPr txBox="1">
            <a:spLocks noGrp="1"/>
          </p:cNvSpPr>
          <p:nvPr>
            <p:ph type="title"/>
          </p:nvPr>
        </p:nvSpPr>
        <p:spPr>
          <a:xfrm>
            <a:off x="351100" y="1255493"/>
            <a:ext cx="2414100" cy="132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1157" name="Google Shape;1157;p140"/>
          <p:cNvSpPr txBox="1">
            <a:spLocks noGrp="1"/>
          </p:cNvSpPr>
          <p:nvPr>
            <p:ph type="body" idx="1"/>
          </p:nvPr>
        </p:nvSpPr>
        <p:spPr>
          <a:xfrm>
            <a:off x="334900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number represents</a:t>
            </a:r>
            <a:endParaRPr/>
          </a:p>
        </p:txBody>
      </p:sp>
      <p:sp>
        <p:nvSpPr>
          <p:cNvPr id="1163" name="Google Shape;1163;p140"/>
          <p:cNvSpPr txBox="1">
            <a:spLocks noGrp="1"/>
          </p:cNvSpPr>
          <p:nvPr>
            <p:ph type="body" idx="6"/>
          </p:nvPr>
        </p:nvSpPr>
        <p:spPr>
          <a:xfrm>
            <a:off x="346575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Brief explanation or source, if needed</a:t>
            </a:r>
            <a:endParaRPr dirty="0"/>
          </a:p>
        </p:txBody>
      </p:sp>
      <p:sp>
        <p:nvSpPr>
          <p:cNvPr id="1161" name="Google Shape;1161;p140"/>
          <p:cNvSpPr txBox="1">
            <a:spLocks noGrp="1"/>
          </p:cNvSpPr>
          <p:nvPr>
            <p:ph type="title" idx="4"/>
          </p:nvPr>
        </p:nvSpPr>
        <p:spPr>
          <a:xfrm>
            <a:off x="3353200" y="1255392"/>
            <a:ext cx="2414100" cy="132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1158" name="Google Shape;1158;p140"/>
          <p:cNvSpPr txBox="1">
            <a:spLocks noGrp="1"/>
          </p:cNvSpPr>
          <p:nvPr>
            <p:ph type="body" idx="2"/>
          </p:nvPr>
        </p:nvSpPr>
        <p:spPr>
          <a:xfrm>
            <a:off x="3353200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this number represents</a:t>
            </a:r>
            <a:endParaRPr dirty="0"/>
          </a:p>
        </p:txBody>
      </p:sp>
      <p:sp>
        <p:nvSpPr>
          <p:cNvPr id="1164" name="Google Shape;1164;p140"/>
          <p:cNvSpPr txBox="1">
            <a:spLocks noGrp="1"/>
          </p:cNvSpPr>
          <p:nvPr>
            <p:ph type="body" idx="7"/>
          </p:nvPr>
        </p:nvSpPr>
        <p:spPr>
          <a:xfrm>
            <a:off x="3353200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Brief explanation or source, if needed</a:t>
            </a:r>
            <a:endParaRPr dirty="0"/>
          </a:p>
        </p:txBody>
      </p:sp>
      <p:sp>
        <p:nvSpPr>
          <p:cNvPr id="1162" name="Google Shape;1162;p140"/>
          <p:cNvSpPr txBox="1">
            <a:spLocks noGrp="1"/>
          </p:cNvSpPr>
          <p:nvPr>
            <p:ph type="title" idx="5"/>
          </p:nvPr>
        </p:nvSpPr>
        <p:spPr>
          <a:xfrm>
            <a:off x="6381025" y="1095921"/>
            <a:ext cx="2414100" cy="148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159" name="Google Shape;1159;p140"/>
          <p:cNvSpPr txBox="1">
            <a:spLocks noGrp="1"/>
          </p:cNvSpPr>
          <p:nvPr>
            <p:ph type="body" idx="3"/>
          </p:nvPr>
        </p:nvSpPr>
        <p:spPr>
          <a:xfrm>
            <a:off x="6381025" y="2585450"/>
            <a:ext cx="24141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number represents</a:t>
            </a:r>
            <a:endParaRPr/>
          </a:p>
        </p:txBody>
      </p:sp>
      <p:sp>
        <p:nvSpPr>
          <p:cNvPr id="1165" name="Google Shape;1165;p140"/>
          <p:cNvSpPr txBox="1">
            <a:spLocks noGrp="1"/>
          </p:cNvSpPr>
          <p:nvPr>
            <p:ph type="body" idx="8"/>
          </p:nvPr>
        </p:nvSpPr>
        <p:spPr>
          <a:xfrm>
            <a:off x="6392700" y="3095175"/>
            <a:ext cx="2414100" cy="80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explanation or source, if needed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41"/>
          <p:cNvSpPr txBox="1">
            <a:spLocks noGrp="1"/>
          </p:cNvSpPr>
          <p:nvPr>
            <p:ph type="title"/>
          </p:nvPr>
        </p:nvSpPr>
        <p:spPr>
          <a:xfrm>
            <a:off x="1124725" y="320050"/>
            <a:ext cx="6972600" cy="355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Insert quote or highlighted statement here.</a:t>
            </a:r>
            <a:endParaRPr dirty="0"/>
          </a:p>
        </p:txBody>
      </p:sp>
      <p:sp>
        <p:nvSpPr>
          <p:cNvPr id="1172" name="Google Shape;1172;p141"/>
          <p:cNvSpPr txBox="1">
            <a:spLocks noGrp="1"/>
          </p:cNvSpPr>
          <p:nvPr>
            <p:ph type="body" idx="1"/>
          </p:nvPr>
        </p:nvSpPr>
        <p:spPr>
          <a:xfrm>
            <a:off x="1121500" y="3871450"/>
            <a:ext cx="3496200" cy="50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— Name, title or source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" name="Google Shape;1177;p1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314" r="18482"/>
          <a:stretch/>
        </p:blipFill>
        <p:spPr>
          <a:xfrm>
            <a:off x="0" y="0"/>
            <a:ext cx="4105800" cy="5143501"/>
          </a:xfrm>
          <a:prstGeom prst="rect">
            <a:avLst/>
          </a:prstGeom>
        </p:spPr>
      </p:pic>
      <p:sp>
        <p:nvSpPr>
          <p:cNvPr id="1178" name="Google Shape;1178;p142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279500" cy="56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179" name="Google Shape;1179;p142"/>
          <p:cNvSpPr txBox="1">
            <a:spLocks noGrp="1"/>
          </p:cNvSpPr>
          <p:nvPr>
            <p:ph type="body" idx="1"/>
          </p:nvPr>
        </p:nvSpPr>
        <p:spPr>
          <a:xfrm>
            <a:off x="4526275" y="994550"/>
            <a:ext cx="4279500" cy="33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Questions or discussion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Contact information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2BF7-FE0D-5D26-A0E3-0481AA1089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8325" y="-440100"/>
            <a:ext cx="8467200" cy="44010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Closing slide</a:t>
            </a:r>
          </a:p>
        </p:txBody>
      </p:sp>
      <p:pic>
        <p:nvPicPr>
          <p:cNvPr id="1184" name="Google Shape;1184;p143" descr="Arizona State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9057" y="2089015"/>
            <a:ext cx="3772425" cy="10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Official ASU presentation template (from Enterprise Brand Strategy and Management)">
  <a:themeElements>
    <a:clrScheme name="Simple Light">
      <a:dk1>
        <a:srgbClr val="191919"/>
      </a:dk1>
      <a:lt1>
        <a:srgbClr val="FFFFFF"/>
      </a:lt1>
      <a:dk2>
        <a:srgbClr val="747474"/>
      </a:dk2>
      <a:lt2>
        <a:srgbClr val="E8E8E8"/>
      </a:lt2>
      <a:accent1>
        <a:srgbClr val="FFC627"/>
      </a:accent1>
      <a:accent2>
        <a:srgbClr val="8C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CC2F2F"/>
      </a:accent6>
      <a:hlink>
        <a:srgbClr val="8C1D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Macintosh PowerPoint</Application>
  <PresentationFormat>On-screen Show (16:9)</PresentationFormat>
  <Paragraphs>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2026 Official ASU presentation template (from Enterprise Brand Strategy and Management)</vt:lpstr>
      <vt:lpstr>2026 Official ASU  presentation template</vt:lpstr>
      <vt:lpstr>What’s new in the 2026 template</vt:lpstr>
      <vt:lpstr>How to use  this template</vt:lpstr>
      <vt:lpstr>More layouts, more tools, more graphics</vt:lpstr>
      <vt:lpstr>Green = Content safe zone</vt:lpstr>
      <vt:lpstr>Basic presentation template</vt:lpstr>
      <vt:lpstr>Presentation or report title goes here</vt:lpstr>
      <vt:lpstr>Name</vt:lpstr>
      <vt:lpstr>Today’s agenda</vt:lpstr>
      <vt:lpstr>Section title goes here</vt:lpstr>
      <vt:lpstr>Slide title</vt:lpstr>
      <vt:lpstr>Slide title</vt:lpstr>
      <vt:lpstr>Slide title</vt:lpstr>
      <vt:lpstr>Subsection title goes here</vt:lpstr>
      <vt:lpstr>10</vt:lpstr>
      <vt:lpstr>Insert quote or highlighted statement here.</vt:lpstr>
      <vt:lpstr>Thank you</vt:lpstr>
      <vt:lpstr>Closing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Alysia Albrecht</cp:lastModifiedBy>
  <cp:revision>1</cp:revision>
  <dcterms:modified xsi:type="dcterms:W3CDTF">2026-01-15T22:45:50Z</dcterms:modified>
</cp:coreProperties>
</file>