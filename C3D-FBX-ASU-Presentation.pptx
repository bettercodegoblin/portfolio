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71" r:id="rId1"/>
  </p:sldMasterIdLst>
  <p:notesMasterIdLst>
    <p:notesMasterId r:id="rId20"/>
  </p:notes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F5F30D-BF8C-4BAF-8CEB-C0A2A224CCB9}">
  <a:tblStyle styleId="{DEF5F30D-BF8C-4BAF-8CEB-C0A2A224CC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ADE62C8-8AD5-4D61-B83B-5D1A4219DD3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23"/>
    <p:restoredTop sz="94699"/>
  </p:normalViewPr>
  <p:slideViewPr>
    <p:cSldViewPr snapToGrid="0">
      <p:cViewPr>
        <p:scale>
          <a:sx n="200" d="100"/>
          <a:sy n="200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Relationship Id="rId33" Type="http://schemas.openxmlformats.org/officeDocument/2006/relationships/slide" Target="slides/slide9.xml"/><Relationship Id="rId3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ba6e64166c_5_3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ba6e64166c_5_3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ba6e64166c_5_3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4" name="Google Shape;1134;g3ba6e64166c_5_3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g3ba6e64166c_5_3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3ba6e64166c_5_3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ba6e64166c_5_3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3ba6e64166c_5_3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ba6e64166c_5_3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ba6e64166c_5_3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g3ba6e64166c_5_3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9" name="Google Shape;1169;g3ba6e64166c_5_3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3ba6e64166c_5_3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3ba6e64166c_5_3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ba6e64166c_5_3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3ba6e64166c_5_3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his is ASU's official presentation template ⇨">
  <p:cSld name="CUSTOM_37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6424" t="21559" r="59273" b="21284"/>
          <a:stretch/>
        </p:blipFill>
        <p:spPr>
          <a:xfrm>
            <a:off x="338325" y="297225"/>
            <a:ext cx="910050" cy="420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338325" y="892300"/>
            <a:ext cx="84675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b="1">
                <a:solidFill>
                  <a:schemeClr val="dk1"/>
                </a:solidFill>
              </a:rPr>
              <a:t>Official 2026</a:t>
            </a:r>
            <a:br>
              <a:rPr lang="en" sz="6600" b="1">
                <a:solidFill>
                  <a:schemeClr val="dk1"/>
                </a:solidFill>
              </a:rPr>
            </a:br>
            <a:r>
              <a:rPr lang="en" sz="6600" b="1">
                <a:solidFill>
                  <a:schemeClr val="dk1"/>
                </a:solidFill>
              </a:rPr>
              <a:t>ASU presentation template </a:t>
            </a:r>
            <a:endParaRPr sz="6600" b="1">
              <a:solidFill>
                <a:schemeClr val="dk1"/>
              </a:solidFill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338325" y="3756100"/>
            <a:ext cx="8467500" cy="10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Provided by ASU Enterprise </a:t>
            </a:r>
            <a:b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Brand Strategy and Management</a:t>
            </a:r>
            <a:endParaRPr sz="3600" b="1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Resources and tips">
  <p:cSld name="CUSTOM_38">
    <p:bg>
      <p:bgPr>
        <a:solidFill>
          <a:schemeClr val="lt2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2294950" y="320050"/>
            <a:ext cx="6635700" cy="45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6000" b="1"/>
              <a:t>Find more ASU layouts, graphics and tools</a:t>
            </a:r>
            <a:r>
              <a:rPr lang="en" sz="6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6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3500"/>
              </a:spcBef>
              <a:spcAft>
                <a:spcPts val="150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4000" b="1" i="0" u="none" strike="noStrike" cap="non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https://links.asu.edu/</a:t>
            </a:r>
            <a:b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en" sz="4000" b="1">
                <a:solidFill>
                  <a:srgbClr val="191919"/>
                </a:solidFill>
                <a:highlight>
                  <a:srgbClr val="FFC627"/>
                </a:highlight>
              </a:rPr>
              <a:t>o</a:t>
            </a:r>
            <a: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fficia</a:t>
            </a:r>
            <a:r>
              <a:rPr lang="en" sz="4000" b="1" i="0" u="none" strike="noStrike" cap="none">
                <a:solidFill>
                  <a:schemeClr val="dk1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l-presentation-</a:t>
            </a:r>
            <a:r>
              <a:rPr lang="en" sz="4000" b="1">
                <a:solidFill>
                  <a:schemeClr val="dk1"/>
                </a:solidFill>
                <a:highlight>
                  <a:srgbClr val="FFC627"/>
                </a:highlight>
              </a:rPr>
              <a:t>toolkit</a:t>
            </a:r>
            <a:endParaRPr sz="1900" b="1" i="0" u="none" strike="noStrike" cap="none">
              <a:solidFill>
                <a:schemeClr val="dk1"/>
              </a:solidFill>
              <a:highlight>
                <a:srgbClr val="FFC627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">
  <p:cSld name="CUSTOM_35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 with logo">
  <p:cSld name="CUSTOM_3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5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slide">
  <p:cSld name="CUSTOM_36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with logo">
  <p:cSld name="CUSTOM_36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Opening title →">
  <p:cSld name="CUSTOM_21_2">
    <p:bg>
      <p:bgPr>
        <a:solidFill>
          <a:schemeClr val="accent5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Opening title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38" name="Google Shape;38;p8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">
  <p:cSld name="CUSTOM_20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ctrTitle"/>
          </p:nvPr>
        </p:nvSpPr>
        <p:spPr>
          <a:xfrm>
            <a:off x="338325" y="892300"/>
            <a:ext cx="8467500" cy="2538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338325" y="3431250"/>
            <a:ext cx="4279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5007500" y="4176350"/>
            <a:ext cx="3798300" cy="6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9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37878" y="204978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 — alt">
  <p:cSld name="CUSTOM_20_3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4617600" y="3871400"/>
            <a:ext cx="418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342900" y="1297750"/>
            <a:ext cx="8458200" cy="233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2"/>
          </p:nvPr>
        </p:nvSpPr>
        <p:spPr>
          <a:xfrm>
            <a:off x="342900" y="318250"/>
            <a:ext cx="5738100" cy="97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0" name="Google Shape;50;p10"/>
          <p:cNvSpPr/>
          <p:nvPr/>
        </p:nvSpPr>
        <p:spPr>
          <a:xfrm>
            <a:off x="-346025" y="4340400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" name="Google Shape;51;p1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2 Opening title – pattern">
  <p:cSld name="CUSTOM_23_1_1_1_1_1_1_2_1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1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 b="33302"/>
          <a:stretch/>
        </p:blipFill>
        <p:spPr>
          <a:xfrm>
            <a:off x="0" y="-1725"/>
            <a:ext cx="9143998" cy="3432975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5" name="Google Shape;55;p1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2"/>
          </p:nvPr>
        </p:nvSpPr>
        <p:spPr>
          <a:xfrm>
            <a:off x="338325" y="2989575"/>
            <a:ext cx="3885000" cy="4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338325" y="320046"/>
            <a:ext cx="8464500" cy="2688000"/>
          </a:xfrm>
          <a:prstGeom prst="rect">
            <a:avLst/>
          </a:prstGeom>
          <a:noFill/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pic>
        <p:nvPicPr>
          <p:cNvPr id="58" name="Google Shape;58;p11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3 Opening title – photo">
  <p:cSld name="CUSTOM_23_1_1_1_1_1_1_2_1_2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>
            <a:spLocks noGrp="1"/>
          </p:cNvSpPr>
          <p:nvPr>
            <p:ph type="pic" idx="2"/>
          </p:nvPr>
        </p:nvSpPr>
        <p:spPr>
          <a:xfrm>
            <a:off x="0" y="-9225"/>
            <a:ext cx="9153300" cy="298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Google Shape;61;p12"/>
          <p:cNvSpPr/>
          <p:nvPr/>
        </p:nvSpPr>
        <p:spPr>
          <a:xfrm>
            <a:off x="336450" y="2295050"/>
            <a:ext cx="84693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342900" y="2294926"/>
            <a:ext cx="84582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18287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50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ubTitle" idx="3"/>
          </p:nvPr>
        </p:nvSpPr>
        <p:spPr>
          <a:xfrm>
            <a:off x="342900" y="1719013"/>
            <a:ext cx="4188000" cy="57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65" name="Google Shape;65;p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Agenda, schedule options →">
  <p:cSld name="CUSTOM_21_1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/>
        </p:nvSpPr>
        <p:spPr>
          <a:xfrm>
            <a:off x="2577575" y="5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Agenda, schedule, </a:t>
            </a:r>
            <a:b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</a:b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table of contents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9187650" y="41988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1 Agenda slide">
  <p:cSld name="CUSTOM_20_1_4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>
          <a:xfrm>
            <a:off x="335425" y="320125"/>
            <a:ext cx="31158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75" name="Google Shape;75;p14"/>
          <p:cNvCxnSpPr/>
          <p:nvPr/>
        </p:nvCxnSpPr>
        <p:spPr>
          <a:xfrm>
            <a:off x="3787025" y="1830575"/>
            <a:ext cx="0" cy="1515900"/>
          </a:xfrm>
          <a:prstGeom prst="straightConnector1">
            <a:avLst/>
          </a:prstGeom>
          <a:noFill/>
          <a:ln w="76200" cap="flat" cmpd="sng">
            <a:solidFill>
              <a:srgbClr val="FFC6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197100" y="320050"/>
            <a:ext cx="46086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2 Agenda slide">
  <p:cSld name="CUSTOM_20_1_3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22392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4526400" y="320050"/>
            <a:ext cx="42789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15" title="bracket-regula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056875" y="1299642"/>
            <a:ext cx="944643" cy="2571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resenters, profiles options →">
  <p:cSld name="CUSTOM_21_1_1">
    <p:bg>
      <p:bgPr>
        <a:solidFill>
          <a:schemeClr val="accent5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Presenters 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and profiles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4 person">
  <p:cSld name="CUSTOM_23_1_1_1_1_1_1_2_1_1_1_1_2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>
            <a:spLocks noGrp="1"/>
          </p:cNvSpPr>
          <p:nvPr>
            <p:ph type="pic" idx="2"/>
          </p:nvPr>
        </p:nvSpPr>
        <p:spPr>
          <a:xfrm>
            <a:off x="338350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38350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7"/>
          <p:cNvSpPr>
            <a:spLocks noGrp="1"/>
          </p:cNvSpPr>
          <p:nvPr>
            <p:ph type="pic" idx="3"/>
          </p:nvPr>
        </p:nvSpPr>
        <p:spPr>
          <a:xfrm>
            <a:off x="2470593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7"/>
          <p:cNvSpPr>
            <a:spLocks noGrp="1"/>
          </p:cNvSpPr>
          <p:nvPr>
            <p:ph type="pic" idx="4"/>
          </p:nvPr>
        </p:nvSpPr>
        <p:spPr>
          <a:xfrm>
            <a:off x="4602836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7"/>
          <p:cNvSpPr>
            <a:spLocks noGrp="1"/>
          </p:cNvSpPr>
          <p:nvPr>
            <p:ph type="pic" idx="5"/>
          </p:nvPr>
        </p:nvSpPr>
        <p:spPr>
          <a:xfrm>
            <a:off x="6726492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7"/>
          <p:cNvSpPr txBox="1">
            <a:spLocks noGrp="1"/>
          </p:cNvSpPr>
          <p:nvPr>
            <p:ph type="body" idx="6"/>
          </p:nvPr>
        </p:nvSpPr>
        <p:spPr>
          <a:xfrm>
            <a:off x="33835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7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8"/>
          </p:nvPr>
        </p:nvSpPr>
        <p:spPr>
          <a:xfrm>
            <a:off x="2470593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9"/>
          </p:nvPr>
        </p:nvSpPr>
        <p:spPr>
          <a:xfrm>
            <a:off x="2470595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3"/>
          </p:nvPr>
        </p:nvSpPr>
        <p:spPr>
          <a:xfrm>
            <a:off x="4602836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4"/>
          </p:nvPr>
        </p:nvSpPr>
        <p:spPr>
          <a:xfrm>
            <a:off x="460284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15"/>
          </p:nvPr>
        </p:nvSpPr>
        <p:spPr>
          <a:xfrm>
            <a:off x="6726492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6"/>
          </p:nvPr>
        </p:nvSpPr>
        <p:spPr>
          <a:xfrm>
            <a:off x="6726498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8 person">
  <p:cSld name="CUSTOM_23_1_1_1_1_1_1_2_1_1_1_1_2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>
            <a:spLocks noGrp="1"/>
          </p:cNvSpPr>
          <p:nvPr>
            <p:ph type="pic" idx="2"/>
          </p:nvPr>
        </p:nvSpPr>
        <p:spPr>
          <a:xfrm>
            <a:off x="343050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343050" y="1928296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>
            <a:spLocks noGrp="1"/>
          </p:cNvSpPr>
          <p:nvPr>
            <p:ph type="pic" idx="3"/>
          </p:nvPr>
        </p:nvSpPr>
        <p:spPr>
          <a:xfrm>
            <a:off x="2469333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18"/>
          <p:cNvSpPr>
            <a:spLocks noGrp="1"/>
          </p:cNvSpPr>
          <p:nvPr>
            <p:ph type="pic" idx="4"/>
          </p:nvPr>
        </p:nvSpPr>
        <p:spPr>
          <a:xfrm>
            <a:off x="4617726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8"/>
          <p:cNvSpPr>
            <a:spLocks noGrp="1"/>
          </p:cNvSpPr>
          <p:nvPr>
            <p:ph type="pic" idx="5"/>
          </p:nvPr>
        </p:nvSpPr>
        <p:spPr>
          <a:xfrm>
            <a:off x="6819699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18"/>
          <p:cNvSpPr>
            <a:spLocks noGrp="1"/>
          </p:cNvSpPr>
          <p:nvPr>
            <p:ph type="pic" idx="6"/>
          </p:nvPr>
        </p:nvSpPr>
        <p:spPr>
          <a:xfrm>
            <a:off x="343050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18"/>
          <p:cNvSpPr>
            <a:spLocks noGrp="1"/>
          </p:cNvSpPr>
          <p:nvPr>
            <p:ph type="pic" idx="7"/>
          </p:nvPr>
        </p:nvSpPr>
        <p:spPr>
          <a:xfrm>
            <a:off x="2501933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18"/>
          <p:cNvSpPr>
            <a:spLocks noGrp="1"/>
          </p:cNvSpPr>
          <p:nvPr>
            <p:ph type="pic" idx="8"/>
          </p:nvPr>
        </p:nvSpPr>
        <p:spPr>
          <a:xfrm>
            <a:off x="4617726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18"/>
          <p:cNvSpPr>
            <a:spLocks noGrp="1"/>
          </p:cNvSpPr>
          <p:nvPr>
            <p:ph type="pic" idx="9"/>
          </p:nvPr>
        </p:nvSpPr>
        <p:spPr>
          <a:xfrm>
            <a:off x="6819699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18"/>
          <p:cNvSpPr txBox="1">
            <a:spLocks noGrp="1"/>
          </p:cNvSpPr>
          <p:nvPr>
            <p:ph type="body" idx="13"/>
          </p:nvPr>
        </p:nvSpPr>
        <p:spPr>
          <a:xfrm>
            <a:off x="343050" y="2154504"/>
            <a:ext cx="19419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4"/>
          </p:nvPr>
        </p:nvSpPr>
        <p:spPr>
          <a:xfrm>
            <a:off x="2469333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body" idx="15"/>
          </p:nvPr>
        </p:nvSpPr>
        <p:spPr>
          <a:xfrm>
            <a:off x="2469333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body" idx="16"/>
          </p:nvPr>
        </p:nvSpPr>
        <p:spPr>
          <a:xfrm>
            <a:off x="4617726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7"/>
          </p:nvPr>
        </p:nvSpPr>
        <p:spPr>
          <a:xfrm>
            <a:off x="4617726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 txBox="1">
            <a:spLocks noGrp="1"/>
          </p:cNvSpPr>
          <p:nvPr>
            <p:ph type="body" idx="18"/>
          </p:nvPr>
        </p:nvSpPr>
        <p:spPr>
          <a:xfrm>
            <a:off x="6819699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9"/>
          </p:nvPr>
        </p:nvSpPr>
        <p:spPr>
          <a:xfrm>
            <a:off x="6819699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20"/>
          </p:nvPr>
        </p:nvSpPr>
        <p:spPr>
          <a:xfrm>
            <a:off x="343050" y="3656123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21"/>
          </p:nvPr>
        </p:nvSpPr>
        <p:spPr>
          <a:xfrm>
            <a:off x="2469333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22"/>
          </p:nvPr>
        </p:nvSpPr>
        <p:spPr>
          <a:xfrm>
            <a:off x="2469333" y="3873878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23"/>
          </p:nvPr>
        </p:nvSpPr>
        <p:spPr>
          <a:xfrm>
            <a:off x="4617726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body" idx="24"/>
          </p:nvPr>
        </p:nvSpPr>
        <p:spPr>
          <a:xfrm>
            <a:off x="4617726" y="3873872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body" idx="25"/>
          </p:nvPr>
        </p:nvSpPr>
        <p:spPr>
          <a:xfrm>
            <a:off x="6819699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body" idx="26"/>
          </p:nvPr>
        </p:nvSpPr>
        <p:spPr>
          <a:xfrm>
            <a:off x="6819699" y="3873871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27"/>
          </p:nvPr>
        </p:nvSpPr>
        <p:spPr>
          <a:xfrm>
            <a:off x="343050" y="3873878"/>
            <a:ext cx="1941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8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8"/>
          <p:cNvSpPr txBox="1">
            <a:spLocks noGrp="1"/>
          </p:cNvSpPr>
          <p:nvPr>
            <p:ph type="subTitle" idx="28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6 person">
  <p:cSld name="CUSTOM_23_1_1_1_1_1_1_2_1_1_1_1_2_2_1_1">
    <p:bg>
      <p:bgPr>
        <a:solidFill>
          <a:schemeClr val="lt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>
            <a:spLocks noGrp="1"/>
          </p:cNvSpPr>
          <p:nvPr>
            <p:ph type="pic" idx="2"/>
          </p:nvPr>
        </p:nvSpPr>
        <p:spPr>
          <a:xfrm>
            <a:off x="338325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p19"/>
          <p:cNvSpPr txBox="1">
            <a:spLocks noGrp="1"/>
          </p:cNvSpPr>
          <p:nvPr>
            <p:ph type="body" idx="1"/>
          </p:nvPr>
        </p:nvSpPr>
        <p:spPr>
          <a:xfrm>
            <a:off x="16774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>
            <a:spLocks noGrp="1"/>
          </p:cNvSpPr>
          <p:nvPr>
            <p:ph type="pic" idx="3"/>
          </p:nvPr>
        </p:nvSpPr>
        <p:spPr>
          <a:xfrm>
            <a:off x="338325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19"/>
          <p:cNvSpPr txBox="1">
            <a:spLocks noGrp="1"/>
          </p:cNvSpPr>
          <p:nvPr>
            <p:ph type="body" idx="4"/>
          </p:nvPr>
        </p:nvSpPr>
        <p:spPr>
          <a:xfrm>
            <a:off x="16774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>
            <a:spLocks noGrp="1"/>
          </p:cNvSpPr>
          <p:nvPr>
            <p:ph type="pic" idx="5"/>
          </p:nvPr>
        </p:nvSpPr>
        <p:spPr>
          <a:xfrm>
            <a:off x="3211988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9"/>
          <p:cNvSpPr txBox="1">
            <a:spLocks noGrp="1"/>
          </p:cNvSpPr>
          <p:nvPr>
            <p:ph type="body" idx="6"/>
          </p:nvPr>
        </p:nvSpPr>
        <p:spPr>
          <a:xfrm>
            <a:off x="461262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19"/>
          <p:cNvSpPr>
            <a:spLocks noGrp="1"/>
          </p:cNvSpPr>
          <p:nvPr>
            <p:ph type="pic" idx="7"/>
          </p:nvPr>
        </p:nvSpPr>
        <p:spPr>
          <a:xfrm>
            <a:off x="3211988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9"/>
          <p:cNvSpPr txBox="1">
            <a:spLocks noGrp="1"/>
          </p:cNvSpPr>
          <p:nvPr>
            <p:ph type="body" idx="8"/>
          </p:nvPr>
        </p:nvSpPr>
        <p:spPr>
          <a:xfrm>
            <a:off x="461262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>
            <a:spLocks noGrp="1"/>
          </p:cNvSpPr>
          <p:nvPr>
            <p:ph type="pic" idx="9"/>
          </p:nvPr>
        </p:nvSpPr>
        <p:spPr>
          <a:xfrm>
            <a:off x="6085650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19"/>
          <p:cNvSpPr txBox="1">
            <a:spLocks noGrp="1"/>
          </p:cNvSpPr>
          <p:nvPr>
            <p:ph type="body" idx="13"/>
          </p:nvPr>
        </p:nvSpPr>
        <p:spPr>
          <a:xfrm>
            <a:off x="75477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9"/>
          <p:cNvSpPr>
            <a:spLocks noGrp="1"/>
          </p:cNvSpPr>
          <p:nvPr>
            <p:ph type="pic" idx="14"/>
          </p:nvPr>
        </p:nvSpPr>
        <p:spPr>
          <a:xfrm>
            <a:off x="6085650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9"/>
          <p:cNvSpPr txBox="1">
            <a:spLocks noGrp="1"/>
          </p:cNvSpPr>
          <p:nvPr>
            <p:ph type="body" idx="15"/>
          </p:nvPr>
        </p:nvSpPr>
        <p:spPr>
          <a:xfrm>
            <a:off x="75477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9"/>
          <p:cNvSpPr txBox="1">
            <a:spLocks noGrp="1"/>
          </p:cNvSpPr>
          <p:nvPr>
            <p:ph type="subTitle" idx="16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9 person">
  <p:cSld name="CUSTOM_23_1_1_1_1_1_1_2_1_1_1_1_2_2_1_2">
    <p:bg>
      <p:bgPr>
        <a:solidFill>
          <a:schemeClr val="lt1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body" idx="1"/>
          </p:nvPr>
        </p:nvSpPr>
        <p:spPr>
          <a:xfrm>
            <a:off x="151086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body" idx="2"/>
          </p:nvPr>
        </p:nvSpPr>
        <p:spPr>
          <a:xfrm>
            <a:off x="4473838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body" idx="3"/>
          </p:nvPr>
        </p:nvSpPr>
        <p:spPr>
          <a:xfrm>
            <a:off x="151086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body" idx="4"/>
          </p:nvPr>
        </p:nvSpPr>
        <p:spPr>
          <a:xfrm>
            <a:off x="151086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body" idx="5"/>
          </p:nvPr>
        </p:nvSpPr>
        <p:spPr>
          <a:xfrm>
            <a:off x="4473838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body" idx="6"/>
          </p:nvPr>
        </p:nvSpPr>
        <p:spPr>
          <a:xfrm>
            <a:off x="4473838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body" idx="7"/>
          </p:nvPr>
        </p:nvSpPr>
        <p:spPr>
          <a:xfrm>
            <a:off x="743681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body" idx="8"/>
          </p:nvPr>
        </p:nvSpPr>
        <p:spPr>
          <a:xfrm>
            <a:off x="743681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9"/>
          </p:nvPr>
        </p:nvSpPr>
        <p:spPr>
          <a:xfrm>
            <a:off x="339175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20"/>
          <p:cNvSpPr>
            <a:spLocks noGrp="1"/>
          </p:cNvSpPr>
          <p:nvPr>
            <p:ph type="pic" idx="13"/>
          </p:nvPr>
        </p:nvSpPr>
        <p:spPr>
          <a:xfrm>
            <a:off x="339175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20"/>
          <p:cNvSpPr>
            <a:spLocks noGrp="1"/>
          </p:cNvSpPr>
          <p:nvPr>
            <p:ph type="pic" idx="14"/>
          </p:nvPr>
        </p:nvSpPr>
        <p:spPr>
          <a:xfrm>
            <a:off x="339175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0"/>
          <p:cNvSpPr>
            <a:spLocks noGrp="1"/>
          </p:cNvSpPr>
          <p:nvPr>
            <p:ph type="pic" idx="15"/>
          </p:nvPr>
        </p:nvSpPr>
        <p:spPr>
          <a:xfrm>
            <a:off x="3295006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p20"/>
          <p:cNvSpPr>
            <a:spLocks noGrp="1"/>
          </p:cNvSpPr>
          <p:nvPr>
            <p:ph type="pic" idx="16"/>
          </p:nvPr>
        </p:nvSpPr>
        <p:spPr>
          <a:xfrm>
            <a:off x="3295000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20"/>
          <p:cNvSpPr>
            <a:spLocks noGrp="1"/>
          </p:cNvSpPr>
          <p:nvPr>
            <p:ph type="pic" idx="17"/>
          </p:nvPr>
        </p:nvSpPr>
        <p:spPr>
          <a:xfrm>
            <a:off x="3295000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20"/>
          <p:cNvSpPr>
            <a:spLocks noGrp="1"/>
          </p:cNvSpPr>
          <p:nvPr>
            <p:ph type="pic" idx="18"/>
          </p:nvPr>
        </p:nvSpPr>
        <p:spPr>
          <a:xfrm>
            <a:off x="6250837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20"/>
          <p:cNvSpPr>
            <a:spLocks noGrp="1"/>
          </p:cNvSpPr>
          <p:nvPr>
            <p:ph type="pic" idx="19"/>
          </p:nvPr>
        </p:nvSpPr>
        <p:spPr>
          <a:xfrm>
            <a:off x="6250837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20"/>
          <p:cNvSpPr>
            <a:spLocks noGrp="1"/>
          </p:cNvSpPr>
          <p:nvPr>
            <p:ph type="pic" idx="20"/>
          </p:nvPr>
        </p:nvSpPr>
        <p:spPr>
          <a:xfrm>
            <a:off x="6250837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0"/>
          <p:cNvSpPr txBox="1">
            <a:spLocks noGrp="1"/>
          </p:cNvSpPr>
          <p:nvPr>
            <p:ph type="body" idx="21"/>
          </p:nvPr>
        </p:nvSpPr>
        <p:spPr>
          <a:xfrm>
            <a:off x="743681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 txBox="1">
            <a:spLocks noGrp="1"/>
          </p:cNvSpPr>
          <p:nvPr>
            <p:ph type="subTitle" idx="2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2 person">
  <p:cSld name="CUSTOM_22_1_1_1_1_1_1_1_1_1_1_1_1_1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>
            <a:spLocks noGrp="1"/>
          </p:cNvSpPr>
          <p:nvPr>
            <p:ph type="pic" idx="2"/>
          </p:nvPr>
        </p:nvSpPr>
        <p:spPr>
          <a:xfrm>
            <a:off x="3451275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21"/>
          <p:cNvSpPr>
            <a:spLocks noGrp="1"/>
          </p:cNvSpPr>
          <p:nvPr>
            <p:ph type="pic" idx="3"/>
          </p:nvPr>
        </p:nvSpPr>
        <p:spPr>
          <a:xfrm>
            <a:off x="6181783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3451275" y="3431250"/>
            <a:ext cx="264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4"/>
          </p:nvPr>
        </p:nvSpPr>
        <p:spPr>
          <a:xfrm>
            <a:off x="6195354" y="3431250"/>
            <a:ext cx="261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5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3 person">
  <p:cSld name="CUSTOM_23_1_1_1_1_1_1_1_1_1_1_1_1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>
            <a:spLocks noGrp="1"/>
          </p:cNvSpPr>
          <p:nvPr>
            <p:ph type="pic" idx="2"/>
          </p:nvPr>
        </p:nvSpPr>
        <p:spPr>
          <a:xfrm>
            <a:off x="3355850" y="32009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3" name="Google Shape;173;p22"/>
          <p:cNvSpPr>
            <a:spLocks noGrp="1"/>
          </p:cNvSpPr>
          <p:nvPr>
            <p:ph type="pic" idx="3"/>
          </p:nvPr>
        </p:nvSpPr>
        <p:spPr>
          <a:xfrm>
            <a:off x="5215468" y="32005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22"/>
          <p:cNvSpPr>
            <a:spLocks noGrp="1"/>
          </p:cNvSpPr>
          <p:nvPr>
            <p:ph type="pic" idx="4"/>
          </p:nvPr>
        </p:nvSpPr>
        <p:spPr>
          <a:xfrm>
            <a:off x="7075075" y="320077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22"/>
          <p:cNvSpPr txBox="1">
            <a:spLocks noGrp="1"/>
          </p:cNvSpPr>
          <p:nvPr>
            <p:ph type="body" idx="1"/>
          </p:nvPr>
        </p:nvSpPr>
        <p:spPr>
          <a:xfrm>
            <a:off x="707507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5"/>
          </p:nvPr>
        </p:nvSpPr>
        <p:spPr>
          <a:xfrm>
            <a:off x="5215600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body" idx="6"/>
          </p:nvPr>
        </p:nvSpPr>
        <p:spPr>
          <a:xfrm>
            <a:off x="335612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7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6 person">
  <p:cSld name="CUSTOM_22_1_1_1_1_1_1_1_1_1_1_1_2_2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>
            <a:spLocks noGrp="1"/>
          </p:cNvSpPr>
          <p:nvPr>
            <p:ph type="pic" idx="2"/>
          </p:nvPr>
        </p:nvSpPr>
        <p:spPr>
          <a:xfrm>
            <a:off x="33832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2" name="Google Shape;182;p23"/>
          <p:cNvSpPr txBox="1">
            <a:spLocks noGrp="1"/>
          </p:cNvSpPr>
          <p:nvPr>
            <p:ph type="body" idx="1"/>
          </p:nvPr>
        </p:nvSpPr>
        <p:spPr>
          <a:xfrm>
            <a:off x="3383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747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>
            <a:spLocks noGrp="1"/>
          </p:cNvSpPr>
          <p:nvPr>
            <p:ph type="pic" idx="3"/>
          </p:nvPr>
        </p:nvSpPr>
        <p:spPr>
          <a:xfrm>
            <a:off x="176441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23"/>
          <p:cNvSpPr txBox="1">
            <a:spLocks noGrp="1"/>
          </p:cNvSpPr>
          <p:nvPr>
            <p:ph type="body" idx="4"/>
          </p:nvPr>
        </p:nvSpPr>
        <p:spPr>
          <a:xfrm>
            <a:off x="17644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6" name="Google Shape;186;p23"/>
          <p:cNvSpPr>
            <a:spLocks noGrp="1"/>
          </p:cNvSpPr>
          <p:nvPr>
            <p:ph type="pic" idx="5"/>
          </p:nvPr>
        </p:nvSpPr>
        <p:spPr>
          <a:xfrm>
            <a:off x="319050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7" name="Google Shape;187;p23"/>
          <p:cNvSpPr txBox="1">
            <a:spLocks noGrp="1"/>
          </p:cNvSpPr>
          <p:nvPr>
            <p:ph type="body" idx="6"/>
          </p:nvPr>
        </p:nvSpPr>
        <p:spPr>
          <a:xfrm>
            <a:off x="31905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8" name="Google Shape;188;p23"/>
          <p:cNvSpPr>
            <a:spLocks noGrp="1"/>
          </p:cNvSpPr>
          <p:nvPr>
            <p:ph type="pic" idx="7"/>
          </p:nvPr>
        </p:nvSpPr>
        <p:spPr>
          <a:xfrm>
            <a:off x="461659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9" name="Google Shape;189;p23"/>
          <p:cNvSpPr txBox="1">
            <a:spLocks noGrp="1"/>
          </p:cNvSpPr>
          <p:nvPr>
            <p:ph type="body" idx="8"/>
          </p:nvPr>
        </p:nvSpPr>
        <p:spPr>
          <a:xfrm>
            <a:off x="46166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0" name="Google Shape;190;p23"/>
          <p:cNvSpPr>
            <a:spLocks noGrp="1"/>
          </p:cNvSpPr>
          <p:nvPr>
            <p:ph type="pic" idx="9"/>
          </p:nvPr>
        </p:nvSpPr>
        <p:spPr>
          <a:xfrm>
            <a:off x="604268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3"/>
          <p:cNvSpPr txBox="1">
            <a:spLocks noGrp="1"/>
          </p:cNvSpPr>
          <p:nvPr>
            <p:ph type="body" idx="13"/>
          </p:nvPr>
        </p:nvSpPr>
        <p:spPr>
          <a:xfrm>
            <a:off x="6042723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2" name="Google Shape;192;p23"/>
          <p:cNvSpPr>
            <a:spLocks noGrp="1"/>
          </p:cNvSpPr>
          <p:nvPr>
            <p:ph type="pic" idx="14"/>
          </p:nvPr>
        </p:nvSpPr>
        <p:spPr>
          <a:xfrm>
            <a:off x="746877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3"/>
          <p:cNvSpPr txBox="1">
            <a:spLocks noGrp="1"/>
          </p:cNvSpPr>
          <p:nvPr>
            <p:ph type="body" idx="15"/>
          </p:nvPr>
        </p:nvSpPr>
        <p:spPr>
          <a:xfrm>
            <a:off x="74688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4" name="Google Shape;194;p23"/>
          <p:cNvSpPr txBox="1">
            <a:spLocks noGrp="1"/>
          </p:cNvSpPr>
          <p:nvPr>
            <p:ph type="subTitle" idx="16"/>
          </p:nvPr>
        </p:nvSpPr>
        <p:spPr>
          <a:xfrm>
            <a:off x="338325" y="154075"/>
            <a:ext cx="847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Section intros, divider options →">
  <p:cSld name="CUSTOM_20_1_1">
    <p:bg>
      <p:bgPr>
        <a:solidFill>
          <a:schemeClr val="accent5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/>
        </p:nvSpPr>
        <p:spPr>
          <a:xfrm>
            <a:off x="2577575" y="0"/>
            <a:ext cx="63831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Section intros and dividers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197" name="Google Shape;197;p24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Black">
  <p:cSld name="CUSTOM_19_1_1">
    <p:bg>
      <p:bgPr>
        <a:solidFill>
          <a:schemeClr val="dk1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5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1"/>
          </p:nvPr>
        </p:nvSpPr>
        <p:spPr>
          <a:xfrm>
            <a:off x="338425" y="4025025"/>
            <a:ext cx="8384700" cy="3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1" name="Google Shape;201;p2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Maroon">
  <p:cSld name="CUSTOM_19_1_2">
    <p:bg>
      <p:bgPr>
        <a:solidFill>
          <a:schemeClr val="accent2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2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Gold">
  <p:cSld name="CUSTOM_19_1_2_1">
    <p:bg>
      <p:bgPr>
        <a:solidFill>
          <a:schemeClr val="accen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11" name="Google Shape;211;p2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2" name="Google Shape;212;p27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Gold">
  <p:cSld name="CUSTOM_19_1_3_1_3">
    <p:bg>
      <p:bgPr>
        <a:solidFill>
          <a:schemeClr val="accen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>
            <a:spLocks noGrp="1"/>
          </p:cNvSpPr>
          <p:nvPr>
            <p:ph type="ctrTitle"/>
          </p:nvPr>
        </p:nvSpPr>
        <p:spPr>
          <a:xfrm>
            <a:off x="338425" y="2327950"/>
            <a:ext cx="8467200" cy="20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5" name="Google Shape;215;p28"/>
          <p:cNvSpPr txBox="1">
            <a:spLocks noGrp="1"/>
          </p:cNvSpPr>
          <p:nvPr>
            <p:ph type="subTitle" idx="1"/>
          </p:nvPr>
        </p:nvSpPr>
        <p:spPr>
          <a:xfrm>
            <a:off x="338325" y="1718998"/>
            <a:ext cx="8467200" cy="609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16" name="Google Shape;216;p2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2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Maroon">
  <p:cSld name="CUSTOM_19_1_3_1_1_2">
    <p:bg>
      <p:bgPr>
        <a:solidFill>
          <a:schemeClr val="accent2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>
            <a:spLocks noGrp="1"/>
          </p:cNvSpPr>
          <p:nvPr>
            <p:ph type="ctrTitle"/>
          </p:nvPr>
        </p:nvSpPr>
        <p:spPr>
          <a:xfrm>
            <a:off x="338325" y="2192625"/>
            <a:ext cx="8467200" cy="218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338425" y="1579366"/>
            <a:ext cx="8467200" cy="61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Black">
  <p:cSld name="CUSTOM_19_1_1_4_2">
    <p:bg>
      <p:bgPr>
        <a:solidFill>
          <a:schemeClr val="dk1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0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6" name="Google Shape;226;p30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>
            <a:spLocks noGrp="1"/>
          </p:cNvSpPr>
          <p:nvPr>
            <p:ph type="ctrTitle"/>
          </p:nvPr>
        </p:nvSpPr>
        <p:spPr>
          <a:xfrm>
            <a:off x="338325" y="2174300"/>
            <a:ext cx="8467500" cy="219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1"/>
          </p:nvPr>
        </p:nvSpPr>
        <p:spPr>
          <a:xfrm>
            <a:off x="352250" y="1639209"/>
            <a:ext cx="8439600" cy="570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3 Section intro - Black">
  <p:cSld name="CUSTOM_19_1_1_4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>
            <a:spLocks noGrp="1"/>
          </p:cNvSpPr>
          <p:nvPr>
            <p:ph type="ctrTitle"/>
          </p:nvPr>
        </p:nvSpPr>
        <p:spPr>
          <a:xfrm>
            <a:off x="338325" y="2184151"/>
            <a:ext cx="8467500" cy="218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2250" y="1589340"/>
            <a:ext cx="8439600" cy="629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3800" y="2550"/>
            <a:ext cx="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1"/>
          <p:cNvSpPr/>
          <p:nvPr/>
        </p:nvSpPr>
        <p:spPr>
          <a:xfrm>
            <a:off x="-348650" y="4373800"/>
            <a:ext cx="267300" cy="7746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Gold">
  <p:cSld name="CUSTOM_23_1_1_3_1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2"/>
          <p:cNvPicPr preferRelativeResize="0"/>
          <p:nvPr/>
        </p:nvPicPr>
        <p:blipFill rotWithShape="1">
          <a:blip r:embed="rId2">
            <a:alphaModFix/>
          </a:blip>
          <a:srcRect b="32487"/>
          <a:stretch/>
        </p:blipFill>
        <p:spPr>
          <a:xfrm>
            <a:off x="0" y="1556100"/>
            <a:ext cx="9144003" cy="358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2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238" name="Google Shape;238;p32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Black">
  <p:cSld name="CUSTOM_22_1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33"/>
          <p:cNvPicPr preferRelativeResize="0"/>
          <p:nvPr/>
        </p:nvPicPr>
        <p:blipFill rotWithShape="1">
          <a:blip r:embed="rId2">
            <a:alphaModFix/>
          </a:blip>
          <a:srcRect b="53804"/>
          <a:stretch/>
        </p:blipFill>
        <p:spPr>
          <a:xfrm>
            <a:off x="0" y="-2225"/>
            <a:ext cx="9144003" cy="2378149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3" name="Google Shape;243;p33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Maroon">
  <p:cSld name="CUSTOM_22_1_1_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/>
          <p:nvPr/>
        </p:nvSpPr>
        <p:spPr>
          <a:xfrm>
            <a:off x="16725" y="1798675"/>
            <a:ext cx="9144000" cy="1542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246" name="Google Shape;246;p34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3000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4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  <a:noFill/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9" name="Google Shape;249;p34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Text-focused options →">
  <p:cSld name="CUSTOM_23_1_1_2">
    <p:bg>
      <p:bgPr>
        <a:solidFill>
          <a:schemeClr val="accent5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/>
        </p:nvSpPr>
        <p:spPr>
          <a:xfrm>
            <a:off x="2577575" y="-7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Text-focused </a:t>
            </a:r>
            <a:endParaRPr sz="7200" b="1">
              <a:solidFill>
                <a:srgbClr val="191919"/>
              </a:solidFill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">
  <p:cSld name="CUSTOM_22_1_1_1_1_1_2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3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36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, with logo">
  <p:cSld name="CUSTOM_22_1_1_1_1_1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1" name="Google Shape;261;p3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3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">
    <p:bg>
      <p:bgPr>
        <a:solidFill>
          <a:schemeClr val="dk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8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38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67" name="Google Shape;267;p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">
  <p:cSld name="CUSTOM_23_1_1_1_1_3_2">
    <p:bg>
      <p:bgPr>
        <a:solidFill>
          <a:schemeClr val="dk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39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39"/>
          <p:cNvSpPr txBox="1">
            <a:spLocks noGrp="1"/>
          </p:cNvSpPr>
          <p:nvPr>
            <p:ph type="subTitle" idx="2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_1">
    <p:bg>
      <p:bgPr>
        <a:solidFill>
          <a:schemeClr val="dk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40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0"/>
          <p:cNvSpPr txBox="1">
            <a:spLocks noGrp="1"/>
          </p:cNvSpPr>
          <p:nvPr>
            <p:ph type="body" idx="1"/>
          </p:nvPr>
        </p:nvSpPr>
        <p:spPr>
          <a:xfrm>
            <a:off x="338613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40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40"/>
          <p:cNvSpPr txBox="1">
            <a:spLocks noGrp="1"/>
          </p:cNvSpPr>
          <p:nvPr>
            <p:ph type="subTitle" idx="2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white">
  <p:cSld name="CUSTOM_22_1_1_1_1_1_1_3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79" name="Google Shape;279;p41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41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81" name="Google Shape;281;p4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black">
  <p:cSld name="CUSTOM_22_1_1_1_1_1_1_3_1">
    <p:bg>
      <p:bgPr>
        <a:solidFill>
          <a:schemeClr val="dk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2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5" name="Google Shape;285;p42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286" name="Google Shape;286;p4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white">
  <p:cSld name="CUSTOM_22_1_1_1_1_1_1_3_2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0" name="Google Shape;290;p43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1" name="Google Shape;291;p43"/>
          <p:cNvSpPr txBox="1">
            <a:spLocks noGrp="1"/>
          </p:cNvSpPr>
          <p:nvPr>
            <p:ph type="subTitle" idx="4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black">
  <p:cSld name="CUSTOM_22_1_1_1_1_1_1_3_2_1">
    <p:bg>
      <p:bgPr>
        <a:solidFill>
          <a:schemeClr val="dk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4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white">
  <p:cSld name="CUSTOM_22_1_1_1_1_1_1_3_2_2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1" name="Google Shape;301;p45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2" name="Google Shape;302;p45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subTitle" idx="5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black">
  <p:cSld name="CUSTOM_22_1_1_1_1_1_1_3_2_2_1">
    <p:bg>
      <p:bgPr>
        <a:solidFill>
          <a:schemeClr val="dk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8" name="Google Shape;308;p46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46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46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4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2 column">
  <p:cSld name="CUSTOM_23_1_1_1_1_2_1_2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4" name="Google Shape;314;p47"/>
          <p:cNvCxnSpPr/>
          <p:nvPr/>
        </p:nvCxnSpPr>
        <p:spPr>
          <a:xfrm>
            <a:off x="4572456" y="1245696"/>
            <a:ext cx="0" cy="29454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47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6" name="Google Shape;316;p47"/>
          <p:cNvSpPr txBox="1">
            <a:spLocks noGrp="1"/>
          </p:cNvSpPr>
          <p:nvPr>
            <p:ph type="body" idx="2"/>
          </p:nvPr>
        </p:nvSpPr>
        <p:spPr>
          <a:xfrm>
            <a:off x="466455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7" name="Google Shape;317;p4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8" name="Google Shape;318;p47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3 column">
  <p:cSld name="CUSTOM_22_1_1_1_1_1_1_2_2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1" name="Google Shape;321;p48"/>
          <p:cNvSpPr txBox="1">
            <a:spLocks noGrp="1"/>
          </p:cNvSpPr>
          <p:nvPr>
            <p:ph type="body" idx="2"/>
          </p:nvPr>
        </p:nvSpPr>
        <p:spPr>
          <a:xfrm>
            <a:off x="3352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2" name="Google Shape;322;p48"/>
          <p:cNvSpPr txBox="1">
            <a:spLocks noGrp="1"/>
          </p:cNvSpPr>
          <p:nvPr>
            <p:ph type="body" idx="3"/>
          </p:nvPr>
        </p:nvSpPr>
        <p:spPr>
          <a:xfrm>
            <a:off x="6284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cxnSp>
        <p:nvCxnSpPr>
          <p:cNvPr id="323" name="Google Shape;323;p48"/>
          <p:cNvCxnSpPr/>
          <p:nvPr/>
        </p:nvCxnSpPr>
        <p:spPr>
          <a:xfrm>
            <a:off x="3093809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48"/>
          <p:cNvCxnSpPr/>
          <p:nvPr/>
        </p:nvCxnSpPr>
        <p:spPr>
          <a:xfrm>
            <a:off x="6039142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4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8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column">
  <p:cSld name="CUSTOM_23_1_1_1_1_1_1_1_1_3_1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9"/>
          <p:cNvCxnSpPr/>
          <p:nvPr/>
        </p:nvCxnSpPr>
        <p:spPr>
          <a:xfrm>
            <a:off x="246666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cxnSp>
        <p:nvCxnSpPr>
          <p:cNvPr id="330" name="Google Shape;330;p49"/>
          <p:cNvCxnSpPr/>
          <p:nvPr/>
        </p:nvCxnSpPr>
        <p:spPr>
          <a:xfrm>
            <a:off x="4571988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49"/>
          <p:cNvCxnSpPr/>
          <p:nvPr/>
        </p:nvCxnSpPr>
        <p:spPr>
          <a:xfrm>
            <a:off x="665841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49"/>
          <p:cNvSpPr txBox="1">
            <a:spLocks noGrp="1"/>
          </p:cNvSpPr>
          <p:nvPr>
            <p:ph type="body" idx="2"/>
          </p:nvPr>
        </p:nvSpPr>
        <p:spPr>
          <a:xfrm>
            <a:off x="679885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3" name="Google Shape;333;p49"/>
          <p:cNvSpPr txBox="1">
            <a:spLocks noGrp="1"/>
          </p:cNvSpPr>
          <p:nvPr>
            <p:ph type="body" idx="3"/>
          </p:nvPr>
        </p:nvSpPr>
        <p:spPr>
          <a:xfrm>
            <a:off x="4664813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4" name="Google Shape;334;p49"/>
          <p:cNvSpPr txBox="1">
            <a:spLocks noGrp="1"/>
          </p:cNvSpPr>
          <p:nvPr>
            <p:ph type="body" idx="4"/>
          </p:nvPr>
        </p:nvSpPr>
        <p:spPr>
          <a:xfrm>
            <a:off x="2568925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5" name="Google Shape;335;p4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6" name="Google Shape;336;p49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text areas">
  <p:cSld name="CUSTOM_23_1_1_1_1_1_1_2_2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8" name="Google Shape;338;p50"/>
          <p:cNvCxnSpPr/>
          <p:nvPr/>
        </p:nvCxnSpPr>
        <p:spPr>
          <a:xfrm>
            <a:off x="4572456" y="111289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50"/>
          <p:cNvSpPr txBox="1">
            <a:spLocks noGrp="1"/>
          </p:cNvSpPr>
          <p:nvPr>
            <p:ph type="body" idx="1"/>
          </p:nvPr>
        </p:nvSpPr>
        <p:spPr>
          <a:xfrm>
            <a:off x="4693400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0" name="Google Shape;340;p50"/>
          <p:cNvSpPr txBox="1">
            <a:spLocks noGrp="1"/>
          </p:cNvSpPr>
          <p:nvPr>
            <p:ph type="body" idx="2"/>
          </p:nvPr>
        </p:nvSpPr>
        <p:spPr>
          <a:xfrm>
            <a:off x="420625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cxnSp>
        <p:nvCxnSpPr>
          <p:cNvPr id="341" name="Google Shape;341;p50"/>
          <p:cNvCxnSpPr/>
          <p:nvPr/>
        </p:nvCxnSpPr>
        <p:spPr>
          <a:xfrm>
            <a:off x="4572456" y="271964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2" name="Google Shape;342;p50"/>
          <p:cNvSpPr txBox="1">
            <a:spLocks noGrp="1"/>
          </p:cNvSpPr>
          <p:nvPr>
            <p:ph type="body" idx="3"/>
          </p:nvPr>
        </p:nvSpPr>
        <p:spPr>
          <a:xfrm>
            <a:off x="4693400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3" name="Google Shape;343;p50"/>
          <p:cNvSpPr txBox="1">
            <a:spLocks noGrp="1"/>
          </p:cNvSpPr>
          <p:nvPr>
            <p:ph type="body" idx="4"/>
          </p:nvPr>
        </p:nvSpPr>
        <p:spPr>
          <a:xfrm>
            <a:off x="420625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50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2 column, black">
  <p:cSld name="CUSTOM_23_1_1_1_1_1_1_2_1_1_1_1_1_1_2_4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1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41031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body" idx="2"/>
          </p:nvPr>
        </p:nvSpPr>
        <p:spPr>
          <a:xfrm>
            <a:off x="4617725" y="1761025"/>
            <a:ext cx="40782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1" name="Google Shape;351;p51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3 column, black">
  <p:cSld name="CUSTOM_23_1_1_1_1_1_1_2_1_1_1_1_1_1_2_2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4" name="Google Shape;354;p52"/>
          <p:cNvSpPr txBox="1">
            <a:spLocks noGrp="1"/>
          </p:cNvSpPr>
          <p:nvPr>
            <p:ph type="body" idx="2"/>
          </p:nvPr>
        </p:nvSpPr>
        <p:spPr>
          <a:xfrm>
            <a:off x="3225736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body" idx="3"/>
          </p:nvPr>
        </p:nvSpPr>
        <p:spPr>
          <a:xfrm>
            <a:off x="6028197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gold">
  <p:cSld name="CUSTOM_23_1_1_1_1_2_2_3_1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1" name="Google Shape;361;p53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3"/>
          <p:cNvSpPr txBox="1">
            <a:spLocks noGrp="1"/>
          </p:cNvSpPr>
          <p:nvPr>
            <p:ph type="body" idx="1"/>
          </p:nvPr>
        </p:nvSpPr>
        <p:spPr>
          <a:xfrm>
            <a:off x="4937750" y="1299500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3" name="Google Shape;363;p53"/>
          <p:cNvSpPr txBox="1">
            <a:spLocks noGrp="1"/>
          </p:cNvSpPr>
          <p:nvPr>
            <p:ph type="body" idx="2"/>
          </p:nvPr>
        </p:nvSpPr>
        <p:spPr>
          <a:xfrm>
            <a:off x="338325" y="1299597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4" name="Google Shape;364;p53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black">
  <p:cSld name="CUSTOM_23_1_1_1_1_2_2_3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54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4"/>
          <p:cNvSpPr txBox="1">
            <a:spLocks noGrp="1"/>
          </p:cNvSpPr>
          <p:nvPr>
            <p:ph type="body" idx="1"/>
          </p:nvPr>
        </p:nvSpPr>
        <p:spPr>
          <a:xfrm>
            <a:off x="4912900" y="1299500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54"/>
          <p:cNvSpPr txBox="1">
            <a:spLocks noGrp="1"/>
          </p:cNvSpPr>
          <p:nvPr>
            <p:ph type="body" idx="2"/>
          </p:nvPr>
        </p:nvSpPr>
        <p:spPr>
          <a:xfrm>
            <a:off x="338325" y="1299591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70" name="Google Shape;370;p54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5 Text - Split">
  <p:cSld name="CUSTOM_23_1_1_1_1_2_2_3_1_1_1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5"/>
          <p:cNvSpPr/>
          <p:nvPr/>
        </p:nvSpPr>
        <p:spPr>
          <a:xfrm>
            <a:off x="3090300" y="0"/>
            <a:ext cx="305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55"/>
          <p:cNvSpPr/>
          <p:nvPr/>
        </p:nvSpPr>
        <p:spPr>
          <a:xfrm>
            <a:off x="6099300" y="0"/>
            <a:ext cx="3054600" cy="51435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55"/>
          <p:cNvSpPr txBox="1">
            <a:spLocks noGrp="1"/>
          </p:cNvSpPr>
          <p:nvPr>
            <p:ph type="body" idx="1"/>
          </p:nvPr>
        </p:nvSpPr>
        <p:spPr>
          <a:xfrm>
            <a:off x="338325" y="994550"/>
            <a:ext cx="23292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5" name="Google Shape;375;p55"/>
          <p:cNvSpPr txBox="1">
            <a:spLocks noGrp="1"/>
          </p:cNvSpPr>
          <p:nvPr>
            <p:ph type="title"/>
          </p:nvPr>
        </p:nvSpPr>
        <p:spPr>
          <a:xfrm>
            <a:off x="338325" y="319975"/>
            <a:ext cx="23895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6" name="Google Shape;376;p55"/>
          <p:cNvSpPr txBox="1">
            <a:spLocks noGrp="1"/>
          </p:cNvSpPr>
          <p:nvPr>
            <p:ph type="title" idx="2"/>
          </p:nvPr>
        </p:nvSpPr>
        <p:spPr>
          <a:xfrm>
            <a:off x="3366588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3"/>
          </p:nvPr>
        </p:nvSpPr>
        <p:spPr>
          <a:xfrm>
            <a:off x="3364950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8" name="Google Shape;378;p55"/>
          <p:cNvSpPr txBox="1">
            <a:spLocks noGrp="1"/>
          </p:cNvSpPr>
          <p:nvPr>
            <p:ph type="title" idx="4"/>
          </p:nvPr>
        </p:nvSpPr>
        <p:spPr>
          <a:xfrm>
            <a:off x="6391563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9" name="Google Shape;379;p55"/>
          <p:cNvSpPr txBox="1">
            <a:spLocks noGrp="1"/>
          </p:cNvSpPr>
          <p:nvPr>
            <p:ph type="body" idx="5"/>
          </p:nvPr>
        </p:nvSpPr>
        <p:spPr>
          <a:xfrm>
            <a:off x="6389925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white">
  <p:cSld name="CUSTOM_23_1_1_2_1_1_1"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56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33955" r="33958"/>
          <a:stretch/>
        </p:blipFill>
        <p:spPr>
          <a:xfrm>
            <a:off x="0" y="-2225"/>
            <a:ext cx="2935226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3" name="Google Shape;383;p56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84" name="Google Shape;384;p56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85" name="Google Shape;385;p56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black">
  <p:cSld name="CUSTOM_23_1_1_2_1_1_1_1">
    <p:bg>
      <p:bgPr>
        <a:solidFill>
          <a:schemeClr val="dk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57"/>
          <p:cNvPicPr preferRelativeResize="0"/>
          <p:nvPr/>
        </p:nvPicPr>
        <p:blipFill rotWithShape="1">
          <a:blip r:embed="rId2">
            <a:alphaModFix/>
          </a:blip>
          <a:srcRect l="38" r="67890"/>
          <a:stretch/>
        </p:blipFill>
        <p:spPr>
          <a:xfrm>
            <a:off x="1087" y="-5575"/>
            <a:ext cx="2935226" cy="51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57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57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1" name="Google Shape;391;p57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white">
  <p:cSld name="CUSTOM_23_1_1_2_1_1_1_2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Google Shape;394;p58"/>
          <p:cNvPicPr preferRelativeResize="0"/>
          <p:nvPr/>
        </p:nvPicPr>
        <p:blipFill rotWithShape="1">
          <a:blip r:embed="rId2">
            <a:alphaModFix/>
          </a:blip>
          <a:srcRect l="51" r="67880"/>
          <a:stretch/>
        </p:blipFill>
        <p:spPr>
          <a:xfrm>
            <a:off x="0" y="-2225"/>
            <a:ext cx="2935226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58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6" name="Google Shape;396;p58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7" name="Google Shape;397;p58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98" name="Google Shape;398;p58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black">
  <p:cSld name="CUSTOM_23_1_1_2_1_1_1_1_3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59"/>
          <p:cNvPicPr preferRelativeResize="0"/>
          <p:nvPr/>
        </p:nvPicPr>
        <p:blipFill rotWithShape="1">
          <a:blip r:embed="rId2">
            <a:alphaModFix/>
          </a:blip>
          <a:srcRect l="70" r="67874"/>
          <a:stretch/>
        </p:blipFill>
        <p:spPr>
          <a:xfrm>
            <a:off x="0" y="-2225"/>
            <a:ext cx="2935250" cy="514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59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59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9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04" name="Google Shape;404;p59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9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white">
  <p:cSld name="CUSTOM_23_1_1_2_1_1_1_2_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60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33952" r="33955"/>
          <a:stretch/>
        </p:blipFill>
        <p:spPr>
          <a:xfrm>
            <a:off x="0" y="-1725"/>
            <a:ext cx="2935226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9" name="Google Shape;409;p60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0" name="Google Shape;410;p60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411" name="Google Shape;411;p60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black">
  <p:cSld name="CUSTOM_23_1_1_2_1_1_1_1_3_1"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61"/>
          <p:cNvPicPr preferRelativeResize="0"/>
          <p:nvPr/>
        </p:nvPicPr>
        <p:blipFill rotWithShape="1">
          <a:blip r:embed="rId2">
            <a:alphaModFix/>
          </a:blip>
          <a:srcRect l="28" r="67893"/>
          <a:stretch/>
        </p:blipFill>
        <p:spPr>
          <a:xfrm>
            <a:off x="0" y="-2225"/>
            <a:ext cx="2935226" cy="514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61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61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61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7" name="Google Shape;417;p61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 Text with image options →">
  <p:cSld name="CUSTOM_22_1_1_1_1_1_1_2_1">
    <p:bg>
      <p:bgPr>
        <a:solidFill>
          <a:schemeClr val="accent5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Text with image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421" name="Google Shape;421;p6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6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Black">
  <p:cSld name="CUSTOM_23_1_1_1_1_2_1_1_1_3_1">
    <p:bg>
      <p:bgPr>
        <a:solidFill>
          <a:schemeClr val="dk1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3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79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63"/>
          <p:cNvSpPr>
            <a:spLocks noGrp="1"/>
          </p:cNvSpPr>
          <p:nvPr>
            <p:ph type="pic" idx="2"/>
          </p:nvPr>
        </p:nvSpPr>
        <p:spPr>
          <a:xfrm>
            <a:off x="503835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6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7" name="Google Shape;427;p63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White">
  <p:cSld name="CUSTOM_23_1_1_1_1_2_1_1_1_2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>
            <a:spLocks noGrp="1"/>
          </p:cNvSpPr>
          <p:nvPr>
            <p:ph type="pic" idx="2"/>
          </p:nvPr>
        </p:nvSpPr>
        <p:spPr>
          <a:xfrm>
            <a:off x="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64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64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33" name="Google Shape;433;p6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4" name="Google Shape;434;p64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9010" r="88938"/>
          <a:stretch/>
        </p:blipFill>
        <p:spPr>
          <a:xfrm>
            <a:off x="8956475" y="0"/>
            <a:ext cx="18752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Gold">
  <p:cSld name="CUSTOM_22_1_1_1_1_1_1_1_1_1_2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5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65"/>
          <p:cNvSpPr>
            <a:spLocks noGrp="1"/>
          </p:cNvSpPr>
          <p:nvPr>
            <p:ph type="pic" idx="2"/>
          </p:nvPr>
        </p:nvSpPr>
        <p:spPr>
          <a:xfrm>
            <a:off x="5020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38" name="Google Shape;438;p6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subTitle" idx="1"/>
          </p:nvPr>
        </p:nvSpPr>
        <p:spPr>
          <a:xfrm>
            <a:off x="347650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42" name="Google Shape;442;p65"/>
          <p:cNvSpPr txBox="1">
            <a:spLocks noGrp="1"/>
          </p:cNvSpPr>
          <p:nvPr>
            <p:ph type="body" idx="3"/>
          </p:nvPr>
        </p:nvSpPr>
        <p:spPr>
          <a:xfrm>
            <a:off x="338600" y="1257300"/>
            <a:ext cx="38928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6">
          <p15:clr>
            <a:srgbClr val="00F0E1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Maroon">
  <p:cSld name="CUSTOM_23_1_1_1_1_1_1_1_1_1_3_2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6"/>
          <p:cNvSpPr/>
          <p:nvPr/>
        </p:nvSpPr>
        <p:spPr>
          <a:xfrm>
            <a:off x="0" y="-5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66"/>
          <p:cNvSpPr>
            <a:spLocks noGrp="1"/>
          </p:cNvSpPr>
          <p:nvPr>
            <p:ph type="pic" idx="2"/>
          </p:nvPr>
        </p:nvSpPr>
        <p:spPr>
          <a:xfrm>
            <a:off x="448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6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7" name="Google Shape;447;p6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6"/>
          <p:cNvSpPr txBox="1">
            <a:spLocks noGrp="1"/>
          </p:cNvSpPr>
          <p:nvPr>
            <p:ph type="title"/>
          </p:nvPr>
        </p:nvSpPr>
        <p:spPr>
          <a:xfrm>
            <a:off x="5004338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9" name="Google Shape;449;p66"/>
          <p:cNvSpPr txBox="1">
            <a:spLocks noGrp="1"/>
          </p:cNvSpPr>
          <p:nvPr>
            <p:ph type="subTitle" idx="1"/>
          </p:nvPr>
        </p:nvSpPr>
        <p:spPr>
          <a:xfrm>
            <a:off x="5013663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50" name="Google Shape;450;p66"/>
          <p:cNvSpPr txBox="1">
            <a:spLocks noGrp="1"/>
          </p:cNvSpPr>
          <p:nvPr>
            <p:ph type="body" idx="3"/>
          </p:nvPr>
        </p:nvSpPr>
        <p:spPr>
          <a:xfrm>
            <a:off x="5004625" y="1257300"/>
            <a:ext cx="38010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White">
  <p:cSld name="CUSTOM_23_1_1_1_1_1_1_1_1_1_2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67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4" name="Google Shape;454;p67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56" name="Google Shape;456;p6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Black">
  <p:cSld name="CUSTOM_23_1_1_1_1_1_1_1_1_1_2_1">
    <p:bg>
      <p:bgPr>
        <a:solidFill>
          <a:schemeClr val="dk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68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68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1" name="Google Shape;461;p68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Gold, 1 photo">
  <p:cSld name="CUSTOM_22_1_1_1_1_1_1_1_1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9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69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6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69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8" name="Google Shape;468;p69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1 photo">
  <p:cSld name="CUSTOM_22_1_1_1_1_1_1_1_1_1_1_2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70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70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7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0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70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3 photo">
  <p:cSld name="CUSTOM_23_1_1_1_1_2_1_1_1_1_1"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1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71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71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71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82" name="Google Shape;482;p7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71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71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85" name="Google Shape;485;p71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Black, 3 photo">
  <p:cSld name="CUSTOM_23_1_1_1_1_2_1_1_1_1_1_1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72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72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72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7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2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93" name="Google Shape;493;p72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94" name="Google Shape;494;p72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Gold">
  <p:cSld name="CUSTOM_23_1_1_2_1_1_1_1_1_1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73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73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9" name="Google Shape;499;p73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7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1" name="Google Shape;501;p73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73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3" name="Google Shape;503;p73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Black">
  <p:cSld name="CUSTOM_23_1_1_2_1_1_1_1_1_1_1_1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4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74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74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8" name="Google Shape;508;p74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9" name="Google Shape;509;p74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p74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1" name="Google Shape;511;p7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2" name="Google Shape;512;p7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3 cards">
  <p:cSld name="CUSTOM_25_1_1_2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75"/>
          <p:cNvSpPr/>
          <p:nvPr/>
        </p:nvSpPr>
        <p:spPr>
          <a:xfrm>
            <a:off x="353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75"/>
          <p:cNvSpPr txBox="1">
            <a:spLocks noGrp="1"/>
          </p:cNvSpPr>
          <p:nvPr>
            <p:ph type="body" idx="1"/>
          </p:nvPr>
        </p:nvSpPr>
        <p:spPr>
          <a:xfrm>
            <a:off x="561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6" name="Google Shape;516;p75"/>
          <p:cNvSpPr>
            <a:spLocks noGrp="1"/>
          </p:cNvSpPr>
          <p:nvPr>
            <p:ph type="pic" idx="2"/>
          </p:nvPr>
        </p:nvSpPr>
        <p:spPr>
          <a:xfrm>
            <a:off x="353950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75"/>
          <p:cNvSpPr txBox="1">
            <a:spLocks noGrp="1"/>
          </p:cNvSpPr>
          <p:nvPr>
            <p:ph type="subTitle" idx="3"/>
          </p:nvPr>
        </p:nvSpPr>
        <p:spPr>
          <a:xfrm>
            <a:off x="565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18" name="Google Shape;518;p75"/>
          <p:cNvSpPr/>
          <p:nvPr/>
        </p:nvSpPr>
        <p:spPr>
          <a:xfrm>
            <a:off x="3364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75"/>
          <p:cNvSpPr txBox="1">
            <a:spLocks noGrp="1"/>
          </p:cNvSpPr>
          <p:nvPr>
            <p:ph type="body" idx="4"/>
          </p:nvPr>
        </p:nvSpPr>
        <p:spPr>
          <a:xfrm>
            <a:off x="3572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0" name="Google Shape;520;p75"/>
          <p:cNvSpPr>
            <a:spLocks noGrp="1"/>
          </p:cNvSpPr>
          <p:nvPr>
            <p:ph type="pic" idx="5"/>
          </p:nvPr>
        </p:nvSpPr>
        <p:spPr>
          <a:xfrm>
            <a:off x="3360763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75"/>
          <p:cNvSpPr txBox="1">
            <a:spLocks noGrp="1"/>
          </p:cNvSpPr>
          <p:nvPr>
            <p:ph type="subTitle" idx="6"/>
          </p:nvPr>
        </p:nvSpPr>
        <p:spPr>
          <a:xfrm>
            <a:off x="3576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2" name="Google Shape;522;p75"/>
          <p:cNvSpPr/>
          <p:nvPr/>
        </p:nvSpPr>
        <p:spPr>
          <a:xfrm>
            <a:off x="6386625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75"/>
          <p:cNvSpPr txBox="1">
            <a:spLocks noGrp="1"/>
          </p:cNvSpPr>
          <p:nvPr>
            <p:ph type="body" idx="7"/>
          </p:nvPr>
        </p:nvSpPr>
        <p:spPr>
          <a:xfrm>
            <a:off x="6593850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4" name="Google Shape;524;p75"/>
          <p:cNvSpPr>
            <a:spLocks noGrp="1"/>
          </p:cNvSpPr>
          <p:nvPr>
            <p:ph type="pic" idx="8"/>
          </p:nvPr>
        </p:nvSpPr>
        <p:spPr>
          <a:xfrm>
            <a:off x="6386625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75"/>
          <p:cNvSpPr txBox="1">
            <a:spLocks noGrp="1"/>
          </p:cNvSpPr>
          <p:nvPr>
            <p:ph type="subTitle" idx="9"/>
          </p:nvPr>
        </p:nvSpPr>
        <p:spPr>
          <a:xfrm>
            <a:off x="6597983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6" name="Google Shape;526;p7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7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4 cards">
  <p:cSld name="CUSTOM_25_1_1_2_1"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76"/>
          <p:cNvSpPr/>
          <p:nvPr/>
        </p:nvSpPr>
        <p:spPr>
          <a:xfrm>
            <a:off x="34442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76"/>
          <p:cNvSpPr txBox="1">
            <a:spLocks noGrp="1"/>
          </p:cNvSpPr>
          <p:nvPr>
            <p:ph type="body" idx="1"/>
          </p:nvPr>
        </p:nvSpPr>
        <p:spPr>
          <a:xfrm>
            <a:off x="51553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1" name="Google Shape;531;p76"/>
          <p:cNvSpPr>
            <a:spLocks noGrp="1"/>
          </p:cNvSpPr>
          <p:nvPr>
            <p:ph type="pic" idx="2"/>
          </p:nvPr>
        </p:nvSpPr>
        <p:spPr>
          <a:xfrm>
            <a:off x="3444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2" name="Google Shape;532;p76"/>
          <p:cNvSpPr txBox="1">
            <a:spLocks noGrp="1"/>
          </p:cNvSpPr>
          <p:nvPr>
            <p:ph type="subTitle" idx="3"/>
          </p:nvPr>
        </p:nvSpPr>
        <p:spPr>
          <a:xfrm>
            <a:off x="51895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/>
          <p:nvPr/>
        </p:nvSpPr>
        <p:spPr>
          <a:xfrm>
            <a:off x="2495550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4"/>
          </p:nvPr>
        </p:nvSpPr>
        <p:spPr>
          <a:xfrm>
            <a:off x="2666662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5" name="Google Shape;535;p76"/>
          <p:cNvSpPr>
            <a:spLocks noGrp="1"/>
          </p:cNvSpPr>
          <p:nvPr>
            <p:ph type="pic" idx="5"/>
          </p:nvPr>
        </p:nvSpPr>
        <p:spPr>
          <a:xfrm>
            <a:off x="24954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76"/>
          <p:cNvSpPr txBox="1">
            <a:spLocks noGrp="1"/>
          </p:cNvSpPr>
          <p:nvPr>
            <p:ph type="subTitle" idx="6"/>
          </p:nvPr>
        </p:nvSpPr>
        <p:spPr>
          <a:xfrm>
            <a:off x="2670075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76"/>
          <p:cNvSpPr/>
          <p:nvPr/>
        </p:nvSpPr>
        <p:spPr>
          <a:xfrm>
            <a:off x="46367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76"/>
          <p:cNvSpPr txBox="1">
            <a:spLocks noGrp="1"/>
          </p:cNvSpPr>
          <p:nvPr>
            <p:ph type="body" idx="7"/>
          </p:nvPr>
        </p:nvSpPr>
        <p:spPr>
          <a:xfrm>
            <a:off x="48078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9" name="Google Shape;539;p76"/>
          <p:cNvSpPr>
            <a:spLocks noGrp="1"/>
          </p:cNvSpPr>
          <p:nvPr>
            <p:ph type="pic" idx="8"/>
          </p:nvPr>
        </p:nvSpPr>
        <p:spPr>
          <a:xfrm>
            <a:off x="46465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76"/>
          <p:cNvSpPr txBox="1">
            <a:spLocks noGrp="1"/>
          </p:cNvSpPr>
          <p:nvPr>
            <p:ph type="subTitle" idx="9"/>
          </p:nvPr>
        </p:nvSpPr>
        <p:spPr>
          <a:xfrm>
            <a:off x="48113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76"/>
          <p:cNvSpPr/>
          <p:nvPr/>
        </p:nvSpPr>
        <p:spPr>
          <a:xfrm>
            <a:off x="67975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76"/>
          <p:cNvSpPr txBox="1">
            <a:spLocks noGrp="1"/>
          </p:cNvSpPr>
          <p:nvPr>
            <p:ph type="body" idx="13"/>
          </p:nvPr>
        </p:nvSpPr>
        <p:spPr>
          <a:xfrm>
            <a:off x="69686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43" name="Google Shape;543;p76"/>
          <p:cNvSpPr>
            <a:spLocks noGrp="1"/>
          </p:cNvSpPr>
          <p:nvPr>
            <p:ph type="pic" idx="14"/>
          </p:nvPr>
        </p:nvSpPr>
        <p:spPr>
          <a:xfrm>
            <a:off x="67975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76"/>
          <p:cNvSpPr txBox="1">
            <a:spLocks noGrp="1"/>
          </p:cNvSpPr>
          <p:nvPr>
            <p:ph type="subTitle" idx="15"/>
          </p:nvPr>
        </p:nvSpPr>
        <p:spPr>
          <a:xfrm>
            <a:off x="69721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7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7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photo grid">
  <p:cSld name="CUSTOM_25_1_1_2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50199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9" name="Google Shape;549;p77"/>
          <p:cNvSpPr txBox="1">
            <a:spLocks noGrp="1"/>
          </p:cNvSpPr>
          <p:nvPr>
            <p:ph type="body" idx="1"/>
          </p:nvPr>
        </p:nvSpPr>
        <p:spPr>
          <a:xfrm>
            <a:off x="338325" y="1095900"/>
            <a:ext cx="50592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50" name="Google Shape;550;p77"/>
          <p:cNvSpPr>
            <a:spLocks noGrp="1"/>
          </p:cNvSpPr>
          <p:nvPr>
            <p:ph type="pic" idx="2"/>
          </p:nvPr>
        </p:nvSpPr>
        <p:spPr>
          <a:xfrm>
            <a:off x="7389923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1" name="Google Shape;551;p77"/>
          <p:cNvSpPr>
            <a:spLocks noGrp="1"/>
          </p:cNvSpPr>
          <p:nvPr>
            <p:ph type="pic" idx="3"/>
          </p:nvPr>
        </p:nvSpPr>
        <p:spPr>
          <a:xfrm>
            <a:off x="5607371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2" name="Google Shape;552;p77"/>
          <p:cNvSpPr>
            <a:spLocks noGrp="1"/>
          </p:cNvSpPr>
          <p:nvPr>
            <p:ph type="pic" idx="4"/>
          </p:nvPr>
        </p:nvSpPr>
        <p:spPr>
          <a:xfrm>
            <a:off x="7389923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77"/>
          <p:cNvSpPr>
            <a:spLocks noGrp="1"/>
          </p:cNvSpPr>
          <p:nvPr>
            <p:ph type="pic" idx="5"/>
          </p:nvPr>
        </p:nvSpPr>
        <p:spPr>
          <a:xfrm>
            <a:off x="5607371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p77"/>
          <p:cNvSpPr>
            <a:spLocks noGrp="1"/>
          </p:cNvSpPr>
          <p:nvPr>
            <p:ph type="pic" idx="6"/>
          </p:nvPr>
        </p:nvSpPr>
        <p:spPr>
          <a:xfrm>
            <a:off x="7389923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" name="Google Shape;555;p77"/>
          <p:cNvSpPr>
            <a:spLocks noGrp="1"/>
          </p:cNvSpPr>
          <p:nvPr>
            <p:ph type="pic" idx="7"/>
          </p:nvPr>
        </p:nvSpPr>
        <p:spPr>
          <a:xfrm>
            <a:off x="5607371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6" name="Google Shape;556;p7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7 Text w image - photo">
  <p:cSld name="CUSTOM_23_1_1_1_1_1_1_2_1_3_1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78"/>
          <p:cNvSpPr>
            <a:spLocks noGrp="1"/>
          </p:cNvSpPr>
          <p:nvPr>
            <p:ph type="pic" idx="2"/>
          </p:nvPr>
        </p:nvSpPr>
        <p:spPr>
          <a:xfrm>
            <a:off x="9225" y="-9225"/>
            <a:ext cx="9144000" cy="24294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78"/>
          <p:cNvSpPr txBox="1">
            <a:spLocks noGrp="1"/>
          </p:cNvSpPr>
          <p:nvPr>
            <p:ph type="title"/>
          </p:nvPr>
        </p:nvSpPr>
        <p:spPr>
          <a:xfrm>
            <a:off x="722550" y="1725450"/>
            <a:ext cx="7671600" cy="86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82875" tIns="228600" rIns="228600" bIns="228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560" name="Google Shape;560;p78"/>
          <p:cNvSpPr txBox="1">
            <a:spLocks noGrp="1"/>
          </p:cNvSpPr>
          <p:nvPr>
            <p:ph type="body" idx="1"/>
          </p:nvPr>
        </p:nvSpPr>
        <p:spPr>
          <a:xfrm>
            <a:off x="917225" y="2585550"/>
            <a:ext cx="7113900" cy="17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pic>
        <p:nvPicPr>
          <p:cNvPr id="561" name="Google Shape;561;p7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 Stats and data options →">
  <p:cSld name="CUSTOM_23_1_1_1_1_2_1_1_1_1_1_1_1_1_1_2_1">
    <p:bg>
      <p:bgPr>
        <a:solidFill>
          <a:schemeClr val="accent5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9"/>
          <p:cNvSpPr txBox="1"/>
          <p:nvPr/>
        </p:nvSpPr>
        <p:spPr>
          <a:xfrm>
            <a:off x="2411725" y="-145"/>
            <a:ext cx="62883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Stats and data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564" name="Google Shape;564;p79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79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8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70" name="Google Shape;570;p80"/>
          <p:cNvSpPr txBox="1">
            <a:spLocks noGrp="1"/>
          </p:cNvSpPr>
          <p:nvPr>
            <p:ph type="title"/>
          </p:nvPr>
        </p:nvSpPr>
        <p:spPr>
          <a:xfrm>
            <a:off x="3511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1" name="Google Shape;571;p80"/>
          <p:cNvSpPr txBox="1">
            <a:spLocks noGrp="1"/>
          </p:cNvSpPr>
          <p:nvPr>
            <p:ph type="title" idx="4"/>
          </p:nvPr>
        </p:nvSpPr>
        <p:spPr>
          <a:xfrm>
            <a:off x="33532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title" idx="5"/>
          </p:nvPr>
        </p:nvSpPr>
        <p:spPr>
          <a:xfrm>
            <a:off x="6381025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3" name="Google Shape;573;p8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4" name="Google Shape;574;p8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8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6" name="Google Shape;576;p8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7" name="Google Shape;577;p8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8" name="Google Shape;578;p8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_2"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1"/>
          <p:cNvSpPr txBox="1">
            <a:spLocks noGrp="1"/>
          </p:cNvSpPr>
          <p:nvPr>
            <p:ph type="body" idx="1"/>
          </p:nvPr>
        </p:nvSpPr>
        <p:spPr>
          <a:xfrm>
            <a:off x="3349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1" name="Google Shape;581;p81"/>
          <p:cNvSpPr txBox="1">
            <a:spLocks noGrp="1"/>
          </p:cNvSpPr>
          <p:nvPr>
            <p:ph type="body" idx="2"/>
          </p:nvPr>
        </p:nvSpPr>
        <p:spPr>
          <a:xfrm>
            <a:off x="33532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body" idx="3"/>
          </p:nvPr>
        </p:nvSpPr>
        <p:spPr>
          <a:xfrm>
            <a:off x="639055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3" name="Google Shape;583;p81"/>
          <p:cNvSpPr txBox="1">
            <a:spLocks noGrp="1"/>
          </p:cNvSpPr>
          <p:nvPr>
            <p:ph type="title"/>
          </p:nvPr>
        </p:nvSpPr>
        <p:spPr>
          <a:xfrm>
            <a:off x="3511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4" name="Google Shape;584;p81"/>
          <p:cNvSpPr txBox="1">
            <a:spLocks noGrp="1"/>
          </p:cNvSpPr>
          <p:nvPr>
            <p:ph type="title" idx="4"/>
          </p:nvPr>
        </p:nvSpPr>
        <p:spPr>
          <a:xfrm>
            <a:off x="33532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81"/>
          <p:cNvSpPr txBox="1">
            <a:spLocks noGrp="1"/>
          </p:cNvSpPr>
          <p:nvPr>
            <p:ph type="title" idx="5"/>
          </p:nvPr>
        </p:nvSpPr>
        <p:spPr>
          <a:xfrm>
            <a:off x="639055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6" name="Google Shape;586;p8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81"/>
          <p:cNvSpPr txBox="1">
            <a:spLocks noGrp="1"/>
          </p:cNvSpPr>
          <p:nvPr>
            <p:ph type="subTitle" idx="6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588" name="Google Shape;588;p81"/>
          <p:cNvSpPr txBox="1">
            <a:spLocks noGrp="1"/>
          </p:cNvSpPr>
          <p:nvPr>
            <p:ph type="title" idx="7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"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82"/>
          <p:cNvSpPr txBox="1">
            <a:spLocks noGrp="1"/>
          </p:cNvSpPr>
          <p:nvPr>
            <p:ph type="body" idx="1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1" name="Google Shape;591;p82"/>
          <p:cNvSpPr txBox="1">
            <a:spLocks noGrp="1"/>
          </p:cNvSpPr>
          <p:nvPr>
            <p:ph type="body" idx="2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2" name="Google Shape;592;p82"/>
          <p:cNvSpPr txBox="1">
            <a:spLocks noGrp="1"/>
          </p:cNvSpPr>
          <p:nvPr>
            <p:ph type="body" idx="3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3" name="Google Shape;593;p82"/>
          <p:cNvSpPr txBox="1">
            <a:spLocks noGrp="1"/>
          </p:cNvSpPr>
          <p:nvPr>
            <p:ph type="title"/>
          </p:nvPr>
        </p:nvSpPr>
        <p:spPr>
          <a:xfrm>
            <a:off x="3606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4" name="Google Shape;594;p82"/>
          <p:cNvSpPr txBox="1">
            <a:spLocks noGrp="1"/>
          </p:cNvSpPr>
          <p:nvPr>
            <p:ph type="title" idx="4"/>
          </p:nvPr>
        </p:nvSpPr>
        <p:spPr>
          <a:xfrm>
            <a:off x="33627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5" name="Google Shape;595;p82"/>
          <p:cNvSpPr txBox="1">
            <a:spLocks noGrp="1"/>
          </p:cNvSpPr>
          <p:nvPr>
            <p:ph type="title" idx="5"/>
          </p:nvPr>
        </p:nvSpPr>
        <p:spPr>
          <a:xfrm>
            <a:off x="6390550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6" name="Google Shape;596;p82"/>
          <p:cNvSpPr txBox="1">
            <a:spLocks noGrp="1"/>
          </p:cNvSpPr>
          <p:nvPr>
            <p:ph type="body" idx="6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7" name="Google Shape;597;p82"/>
          <p:cNvSpPr txBox="1">
            <a:spLocks noGrp="1"/>
          </p:cNvSpPr>
          <p:nvPr>
            <p:ph type="body" idx="7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8" name="Google Shape;598;p82"/>
          <p:cNvSpPr txBox="1">
            <a:spLocks noGrp="1"/>
          </p:cNvSpPr>
          <p:nvPr>
            <p:ph type="body" idx="8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9" name="Google Shape;599;p82"/>
          <p:cNvSpPr txBox="1">
            <a:spLocks noGrp="1"/>
          </p:cNvSpPr>
          <p:nvPr>
            <p:ph type="title" idx="9"/>
          </p:nvPr>
        </p:nvSpPr>
        <p:spPr>
          <a:xfrm>
            <a:off x="3606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0" name="Google Shape;600;p82"/>
          <p:cNvSpPr txBox="1">
            <a:spLocks noGrp="1"/>
          </p:cNvSpPr>
          <p:nvPr>
            <p:ph type="title" idx="13"/>
          </p:nvPr>
        </p:nvSpPr>
        <p:spPr>
          <a:xfrm>
            <a:off x="33627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1" name="Google Shape;601;p82"/>
          <p:cNvSpPr txBox="1">
            <a:spLocks noGrp="1"/>
          </p:cNvSpPr>
          <p:nvPr>
            <p:ph type="title" idx="14"/>
          </p:nvPr>
        </p:nvSpPr>
        <p:spPr>
          <a:xfrm>
            <a:off x="6390550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2" name="Google Shape;602;p8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82"/>
          <p:cNvSpPr txBox="1">
            <a:spLocks noGrp="1"/>
          </p:cNvSpPr>
          <p:nvPr>
            <p:ph type="title" idx="1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606" name="Google Shape;606;p8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07" name="Google Shape;607;p83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83"/>
          <p:cNvSpPr txBox="1">
            <a:spLocks noGrp="1"/>
          </p:cNvSpPr>
          <p:nvPr>
            <p:ph type="body" idx="2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09" name="Google Shape;609;p83"/>
          <p:cNvSpPr txBox="1">
            <a:spLocks noGrp="1"/>
          </p:cNvSpPr>
          <p:nvPr>
            <p:ph type="body" idx="3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0" name="Google Shape;610;p83"/>
          <p:cNvSpPr txBox="1">
            <a:spLocks noGrp="1"/>
          </p:cNvSpPr>
          <p:nvPr>
            <p:ph type="body" idx="4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1" name="Google Shape;611;p83"/>
          <p:cNvSpPr txBox="1">
            <a:spLocks noGrp="1"/>
          </p:cNvSpPr>
          <p:nvPr>
            <p:ph type="title" idx="5"/>
          </p:nvPr>
        </p:nvSpPr>
        <p:spPr>
          <a:xfrm>
            <a:off x="3606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83"/>
          <p:cNvSpPr txBox="1">
            <a:spLocks noGrp="1"/>
          </p:cNvSpPr>
          <p:nvPr>
            <p:ph type="title" idx="6"/>
          </p:nvPr>
        </p:nvSpPr>
        <p:spPr>
          <a:xfrm>
            <a:off x="33627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3" name="Google Shape;613;p83"/>
          <p:cNvSpPr txBox="1">
            <a:spLocks noGrp="1"/>
          </p:cNvSpPr>
          <p:nvPr>
            <p:ph type="title" idx="7"/>
          </p:nvPr>
        </p:nvSpPr>
        <p:spPr>
          <a:xfrm>
            <a:off x="6390550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4" name="Google Shape;614;p83"/>
          <p:cNvSpPr txBox="1">
            <a:spLocks noGrp="1"/>
          </p:cNvSpPr>
          <p:nvPr>
            <p:ph type="body" idx="8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5" name="Google Shape;615;p83"/>
          <p:cNvSpPr txBox="1">
            <a:spLocks noGrp="1"/>
          </p:cNvSpPr>
          <p:nvPr>
            <p:ph type="body" idx="9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6" name="Google Shape;616;p83"/>
          <p:cNvSpPr txBox="1">
            <a:spLocks noGrp="1"/>
          </p:cNvSpPr>
          <p:nvPr>
            <p:ph type="body" idx="13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7" name="Google Shape;617;p83"/>
          <p:cNvSpPr txBox="1">
            <a:spLocks noGrp="1"/>
          </p:cNvSpPr>
          <p:nvPr>
            <p:ph type="title" idx="14"/>
          </p:nvPr>
        </p:nvSpPr>
        <p:spPr>
          <a:xfrm>
            <a:off x="3606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83"/>
          <p:cNvSpPr txBox="1">
            <a:spLocks noGrp="1"/>
          </p:cNvSpPr>
          <p:nvPr>
            <p:ph type="title" idx="15"/>
          </p:nvPr>
        </p:nvSpPr>
        <p:spPr>
          <a:xfrm>
            <a:off x="33627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83"/>
          <p:cNvSpPr txBox="1">
            <a:spLocks noGrp="1"/>
          </p:cNvSpPr>
          <p:nvPr>
            <p:ph type="title" idx="16"/>
          </p:nvPr>
        </p:nvSpPr>
        <p:spPr>
          <a:xfrm>
            <a:off x="6390550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gold">
  <p:cSld name="CUSTOM_25_1_1">
    <p:bg>
      <p:bgPr>
        <a:solidFill>
          <a:schemeClr val="accent1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84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84"/>
          <p:cNvSpPr txBox="1">
            <a:spLocks noGrp="1"/>
          </p:cNvSpPr>
          <p:nvPr>
            <p:ph type="title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3" name="Google Shape;623;p84"/>
          <p:cNvSpPr txBox="1">
            <a:spLocks noGrp="1"/>
          </p:cNvSpPr>
          <p:nvPr>
            <p:ph type="body" idx="1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4" name="Google Shape;624;p84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84"/>
          <p:cNvSpPr txBox="1">
            <a:spLocks noGrp="1"/>
          </p:cNvSpPr>
          <p:nvPr>
            <p:ph type="title" idx="2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6" name="Google Shape;626;p84"/>
          <p:cNvSpPr txBox="1">
            <a:spLocks noGrp="1"/>
          </p:cNvSpPr>
          <p:nvPr>
            <p:ph type="body" idx="3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7" name="Google Shape;627;p84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84"/>
          <p:cNvSpPr txBox="1">
            <a:spLocks noGrp="1"/>
          </p:cNvSpPr>
          <p:nvPr>
            <p:ph type="title" idx="4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9" name="Google Shape;629;p84"/>
          <p:cNvSpPr txBox="1">
            <a:spLocks noGrp="1"/>
          </p:cNvSpPr>
          <p:nvPr>
            <p:ph type="body" idx="5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0" name="Google Shape;630;p8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1" name="Google Shape;631;p8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84"/>
          <p:cNvSpPr txBox="1">
            <a:spLocks noGrp="1"/>
          </p:cNvSpPr>
          <p:nvPr>
            <p:ph type="title" idx="6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3" name="Google Shape;633;p84"/>
          <p:cNvSpPr txBox="1">
            <a:spLocks noGrp="1"/>
          </p:cNvSpPr>
          <p:nvPr>
            <p:ph type="subTitle" idx="7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black">
  <p:cSld name="CUSTOM_25_1_1_3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8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6" name="Google Shape;636;p85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8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8" name="Google Shape;638;p85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639" name="Google Shape;639;p85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85"/>
          <p:cNvSpPr txBox="1">
            <a:spLocks noGrp="1"/>
          </p:cNvSpPr>
          <p:nvPr>
            <p:ph type="title" idx="2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1" name="Google Shape;641;p85"/>
          <p:cNvSpPr txBox="1">
            <a:spLocks noGrp="1"/>
          </p:cNvSpPr>
          <p:nvPr>
            <p:ph type="body" idx="3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2" name="Google Shape;642;p85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85"/>
          <p:cNvSpPr txBox="1">
            <a:spLocks noGrp="1"/>
          </p:cNvSpPr>
          <p:nvPr>
            <p:ph type="title" idx="4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4" name="Google Shape;644;p85"/>
          <p:cNvSpPr txBox="1">
            <a:spLocks noGrp="1"/>
          </p:cNvSpPr>
          <p:nvPr>
            <p:ph type="body" idx="5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5" name="Google Shape;645;p85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85"/>
          <p:cNvSpPr txBox="1">
            <a:spLocks noGrp="1"/>
          </p:cNvSpPr>
          <p:nvPr>
            <p:ph type="title" idx="6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7" name="Google Shape;647;p85"/>
          <p:cNvSpPr txBox="1">
            <a:spLocks noGrp="1"/>
          </p:cNvSpPr>
          <p:nvPr>
            <p:ph type="body" idx="7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gold">
  <p:cSld name="CUSTOM_25_1_1_4">
    <p:bg>
      <p:bgPr>
        <a:solidFill>
          <a:schemeClr val="accent1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86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86"/>
          <p:cNvSpPr txBox="1">
            <a:spLocks noGrp="1"/>
          </p:cNvSpPr>
          <p:nvPr>
            <p:ph type="title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1" name="Google Shape;651;p86"/>
          <p:cNvSpPr txBox="1">
            <a:spLocks noGrp="1"/>
          </p:cNvSpPr>
          <p:nvPr>
            <p:ph type="body" idx="1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2" name="Google Shape;652;p86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86"/>
          <p:cNvSpPr txBox="1">
            <a:spLocks noGrp="1"/>
          </p:cNvSpPr>
          <p:nvPr>
            <p:ph type="title" idx="2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4" name="Google Shape;654;p86"/>
          <p:cNvSpPr txBox="1">
            <a:spLocks noGrp="1"/>
          </p:cNvSpPr>
          <p:nvPr>
            <p:ph type="body" idx="3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5" name="Google Shape;655;p86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86"/>
          <p:cNvSpPr txBox="1">
            <a:spLocks noGrp="1"/>
          </p:cNvSpPr>
          <p:nvPr>
            <p:ph type="title" idx="4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7" name="Google Shape;657;p86"/>
          <p:cNvSpPr txBox="1">
            <a:spLocks noGrp="1"/>
          </p:cNvSpPr>
          <p:nvPr>
            <p:ph type="body" idx="5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8" name="Google Shape;658;p86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86"/>
          <p:cNvSpPr txBox="1">
            <a:spLocks noGrp="1"/>
          </p:cNvSpPr>
          <p:nvPr>
            <p:ph type="title" idx="6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0" name="Google Shape;660;p86"/>
          <p:cNvSpPr txBox="1">
            <a:spLocks noGrp="1"/>
          </p:cNvSpPr>
          <p:nvPr>
            <p:ph type="body" idx="7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61" name="Google Shape;661;p8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2" name="Google Shape;662;p86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86"/>
          <p:cNvSpPr txBox="1">
            <a:spLocks noGrp="1"/>
          </p:cNvSpPr>
          <p:nvPr>
            <p:ph type="title" idx="8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64" name="Google Shape;664;p86"/>
          <p:cNvSpPr txBox="1">
            <a:spLocks noGrp="1"/>
          </p:cNvSpPr>
          <p:nvPr>
            <p:ph type="subTitle" idx="9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black">
  <p:cSld name="CUSTOM_25_1_1_3_1">
    <p:bg>
      <p:bgPr>
        <a:solidFill>
          <a:schemeClr val="dk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8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7" name="Google Shape;667;p87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8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9" name="Google Shape;669;p87"/>
          <p:cNvSpPr txBox="1">
            <a:spLocks noGrp="1"/>
          </p:cNvSpPr>
          <p:nvPr>
            <p:ph type="subTitle" idx="1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0" name="Google Shape;670;p87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p87"/>
          <p:cNvSpPr txBox="1">
            <a:spLocks noGrp="1"/>
          </p:cNvSpPr>
          <p:nvPr>
            <p:ph type="title" idx="2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2" name="Google Shape;672;p87"/>
          <p:cNvSpPr txBox="1">
            <a:spLocks noGrp="1"/>
          </p:cNvSpPr>
          <p:nvPr>
            <p:ph type="body" idx="3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3" name="Google Shape;673;p87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title" idx="4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5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6" name="Google Shape;676;p87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87"/>
          <p:cNvSpPr txBox="1">
            <a:spLocks noGrp="1"/>
          </p:cNvSpPr>
          <p:nvPr>
            <p:ph type="title" idx="6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8" name="Google Shape;678;p87"/>
          <p:cNvSpPr txBox="1">
            <a:spLocks noGrp="1"/>
          </p:cNvSpPr>
          <p:nvPr>
            <p:ph type="body" idx="7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9" name="Google Shape;679;p87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87"/>
          <p:cNvSpPr txBox="1">
            <a:spLocks noGrp="1"/>
          </p:cNvSpPr>
          <p:nvPr>
            <p:ph type="title" idx="8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1" name="Google Shape;681;p87"/>
          <p:cNvSpPr txBox="1">
            <a:spLocks noGrp="1"/>
          </p:cNvSpPr>
          <p:nvPr>
            <p:ph type="body" idx="9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gold">
  <p:cSld name="CUSTOM_25_1_1_5">
    <p:bg>
      <p:bgPr>
        <a:solidFill>
          <a:schemeClr val="accent1"/>
        </a:solidFill>
        <a:effectLst/>
      </p:bgPr>
    </p:bg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88"/>
          <p:cNvSpPr txBox="1">
            <a:spLocks noGrp="1"/>
          </p:cNvSpPr>
          <p:nvPr>
            <p:ph type="title"/>
          </p:nvPr>
        </p:nvSpPr>
        <p:spPr>
          <a:xfrm>
            <a:off x="33617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85" name="Google Shape;685;p88"/>
          <p:cNvSpPr txBox="1">
            <a:spLocks noGrp="1"/>
          </p:cNvSpPr>
          <p:nvPr>
            <p:ph type="subTitle" idx="1"/>
          </p:nvPr>
        </p:nvSpPr>
        <p:spPr>
          <a:xfrm>
            <a:off x="33575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86" name="Google Shape;686;p88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88"/>
          <p:cNvSpPr txBox="1">
            <a:spLocks noGrp="1"/>
          </p:cNvSpPr>
          <p:nvPr>
            <p:ph type="title" idx="2"/>
          </p:nvPr>
        </p:nvSpPr>
        <p:spPr>
          <a:xfrm>
            <a:off x="513100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8" name="Google Shape;688;p88"/>
          <p:cNvSpPr txBox="1">
            <a:spLocks noGrp="1"/>
          </p:cNvSpPr>
          <p:nvPr>
            <p:ph type="body" idx="3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9" name="Google Shape;689;p88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88"/>
          <p:cNvSpPr txBox="1">
            <a:spLocks noGrp="1"/>
          </p:cNvSpPr>
          <p:nvPr>
            <p:ph type="title" idx="4"/>
          </p:nvPr>
        </p:nvSpPr>
        <p:spPr>
          <a:xfrm>
            <a:off x="35240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1" name="Google Shape;691;p88"/>
          <p:cNvSpPr txBox="1">
            <a:spLocks noGrp="1"/>
          </p:cNvSpPr>
          <p:nvPr>
            <p:ph type="body" idx="5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2" name="Google Shape;692;p88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88"/>
          <p:cNvSpPr txBox="1">
            <a:spLocks noGrp="1"/>
          </p:cNvSpPr>
          <p:nvPr>
            <p:ph type="title" idx="6"/>
          </p:nvPr>
        </p:nvSpPr>
        <p:spPr>
          <a:xfrm>
            <a:off x="65549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4" name="Google Shape;694;p88"/>
          <p:cNvSpPr txBox="1">
            <a:spLocks noGrp="1"/>
          </p:cNvSpPr>
          <p:nvPr>
            <p:ph type="body" idx="7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5" name="Google Shape;695;p88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88"/>
          <p:cNvSpPr txBox="1">
            <a:spLocks noGrp="1"/>
          </p:cNvSpPr>
          <p:nvPr>
            <p:ph type="title" idx="8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7" name="Google Shape;697;p88"/>
          <p:cNvSpPr txBox="1">
            <a:spLocks noGrp="1"/>
          </p:cNvSpPr>
          <p:nvPr>
            <p:ph type="body" idx="9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8" name="Google Shape;698;p88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88"/>
          <p:cNvSpPr txBox="1">
            <a:spLocks noGrp="1"/>
          </p:cNvSpPr>
          <p:nvPr>
            <p:ph type="title" idx="13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0" name="Google Shape;700;p88"/>
          <p:cNvSpPr txBox="1">
            <a:spLocks noGrp="1"/>
          </p:cNvSpPr>
          <p:nvPr>
            <p:ph type="body" idx="14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01" name="Google Shape;701;p88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88"/>
          <p:cNvSpPr txBox="1">
            <a:spLocks noGrp="1"/>
          </p:cNvSpPr>
          <p:nvPr>
            <p:ph type="title" idx="15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3" name="Google Shape;703;p88"/>
          <p:cNvSpPr txBox="1">
            <a:spLocks noGrp="1"/>
          </p:cNvSpPr>
          <p:nvPr>
            <p:ph type="body" idx="16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black">
  <p:cSld name="CUSTOM_25_1_1_3_2">
    <p:bg>
      <p:bgPr>
        <a:solidFill>
          <a:schemeClr val="dk1"/>
        </a:solidFill>
        <a:effectLst/>
      </p:bgPr>
    </p:bg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8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8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707" name="Google Shape;707;p89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08" name="Google Shape;708;p89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89"/>
          <p:cNvSpPr txBox="1">
            <a:spLocks noGrp="1"/>
          </p:cNvSpPr>
          <p:nvPr>
            <p:ph type="body" idx="2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0" name="Google Shape;710;p89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89"/>
          <p:cNvSpPr txBox="1">
            <a:spLocks noGrp="1"/>
          </p:cNvSpPr>
          <p:nvPr>
            <p:ph type="body" idx="3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2" name="Google Shape;712;p89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9"/>
          <p:cNvSpPr txBox="1">
            <a:spLocks noGrp="1"/>
          </p:cNvSpPr>
          <p:nvPr>
            <p:ph type="body" idx="4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4" name="Google Shape;714;p89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89"/>
          <p:cNvSpPr txBox="1">
            <a:spLocks noGrp="1"/>
          </p:cNvSpPr>
          <p:nvPr>
            <p:ph type="title" idx="5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6" name="Google Shape;716;p89"/>
          <p:cNvSpPr txBox="1">
            <a:spLocks noGrp="1"/>
          </p:cNvSpPr>
          <p:nvPr>
            <p:ph type="body" idx="6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7" name="Google Shape;717;p89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89"/>
          <p:cNvSpPr txBox="1">
            <a:spLocks noGrp="1"/>
          </p:cNvSpPr>
          <p:nvPr>
            <p:ph type="title" idx="7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9" name="Google Shape;719;p89"/>
          <p:cNvSpPr txBox="1">
            <a:spLocks noGrp="1"/>
          </p:cNvSpPr>
          <p:nvPr>
            <p:ph type="body" idx="8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0" name="Google Shape;720;p89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89"/>
          <p:cNvSpPr txBox="1">
            <a:spLocks noGrp="1"/>
          </p:cNvSpPr>
          <p:nvPr>
            <p:ph type="title" idx="9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2" name="Google Shape;722;p89"/>
          <p:cNvSpPr txBox="1">
            <a:spLocks noGrp="1"/>
          </p:cNvSpPr>
          <p:nvPr>
            <p:ph type="body" idx="13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gold">
  <p:cSld name="CUSTOM_25_1_1_2_1_1_1_1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body" idx="1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25" name="Google Shape;725;p90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90"/>
          <p:cNvSpPr txBox="1">
            <a:spLocks noGrp="1"/>
          </p:cNvSpPr>
          <p:nvPr>
            <p:ph type="title"/>
          </p:nvPr>
        </p:nvSpPr>
        <p:spPr>
          <a:xfrm>
            <a:off x="6189275" y="8579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7" name="Google Shape;727;p90"/>
          <p:cNvSpPr txBox="1">
            <a:spLocks noGrp="1"/>
          </p:cNvSpPr>
          <p:nvPr>
            <p:ph type="subTitle" idx="2"/>
          </p:nvPr>
        </p:nvSpPr>
        <p:spPr>
          <a:xfrm>
            <a:off x="6187025" y="15179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8" name="Google Shape;728;p90"/>
          <p:cNvSpPr txBox="1">
            <a:spLocks noGrp="1"/>
          </p:cNvSpPr>
          <p:nvPr>
            <p:ph type="title" idx="3"/>
          </p:nvPr>
        </p:nvSpPr>
        <p:spPr>
          <a:xfrm>
            <a:off x="6189275" y="33243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9" name="Google Shape;729;p90"/>
          <p:cNvSpPr txBox="1">
            <a:spLocks noGrp="1"/>
          </p:cNvSpPr>
          <p:nvPr>
            <p:ph type="subTitle" idx="4"/>
          </p:nvPr>
        </p:nvSpPr>
        <p:spPr>
          <a:xfrm>
            <a:off x="6187025" y="39843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730" name="Google Shape;730;p90"/>
          <p:cNvSpPr txBox="1">
            <a:spLocks noGrp="1"/>
          </p:cNvSpPr>
          <p:nvPr>
            <p:ph type="title" idx="5"/>
          </p:nvPr>
        </p:nvSpPr>
        <p:spPr>
          <a:xfrm>
            <a:off x="6189275" y="21292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31" name="Google Shape;731;p90"/>
          <p:cNvSpPr txBox="1">
            <a:spLocks noGrp="1"/>
          </p:cNvSpPr>
          <p:nvPr>
            <p:ph type="subTitle" idx="6"/>
          </p:nvPr>
        </p:nvSpPr>
        <p:spPr>
          <a:xfrm>
            <a:off x="6187025" y="27892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732" name="Google Shape;732;p90"/>
          <p:cNvPicPr preferRelativeResize="0"/>
          <p:nvPr/>
        </p:nvPicPr>
        <p:blipFill rotWithShape="1">
          <a:blip r:embed="rId2">
            <a:alphaModFix/>
          </a:blip>
          <a:srcRect l="96271" r="29" b="7313"/>
          <a:stretch/>
        </p:blipFill>
        <p:spPr>
          <a:xfrm>
            <a:off x="8805675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p90"/>
          <p:cNvSpPr txBox="1">
            <a:spLocks noGrp="1"/>
          </p:cNvSpPr>
          <p:nvPr>
            <p:ph type="subTitle" idx="7"/>
          </p:nvPr>
        </p:nvSpPr>
        <p:spPr>
          <a:xfrm>
            <a:off x="337900" y="726175"/>
            <a:ext cx="496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solidFill>
                  <a:schemeClr val="accent2"/>
                </a:solidFill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734" name="Google Shape;734;p90"/>
          <p:cNvSpPr txBox="1">
            <a:spLocks noGrp="1"/>
          </p:cNvSpPr>
          <p:nvPr>
            <p:ph type="title" idx="8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black">
  <p:cSld name="CUSTOM_25_1_1_2_1_1_1_1_1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1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91"/>
          <p:cNvSpPr txBox="1">
            <a:spLocks noGrp="1"/>
          </p:cNvSpPr>
          <p:nvPr>
            <p:ph type="title"/>
          </p:nvPr>
        </p:nvSpPr>
        <p:spPr>
          <a:xfrm>
            <a:off x="6189275" y="8674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38" name="Google Shape;738;p91"/>
          <p:cNvSpPr txBox="1">
            <a:spLocks noGrp="1"/>
          </p:cNvSpPr>
          <p:nvPr>
            <p:ph type="subTitle" idx="1"/>
          </p:nvPr>
        </p:nvSpPr>
        <p:spPr>
          <a:xfrm>
            <a:off x="6187025" y="15274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9" name="Google Shape;739;p91"/>
          <p:cNvSpPr txBox="1">
            <a:spLocks noGrp="1"/>
          </p:cNvSpPr>
          <p:nvPr>
            <p:ph type="title" idx="2"/>
          </p:nvPr>
        </p:nvSpPr>
        <p:spPr>
          <a:xfrm>
            <a:off x="6189275" y="33338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40" name="Google Shape;740;p91"/>
          <p:cNvSpPr txBox="1">
            <a:spLocks noGrp="1"/>
          </p:cNvSpPr>
          <p:nvPr>
            <p:ph type="subTitle" idx="3"/>
          </p:nvPr>
        </p:nvSpPr>
        <p:spPr>
          <a:xfrm>
            <a:off x="6187025" y="39938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1" name="Google Shape;741;p91"/>
          <p:cNvSpPr txBox="1">
            <a:spLocks noGrp="1"/>
          </p:cNvSpPr>
          <p:nvPr>
            <p:ph type="title" idx="4"/>
          </p:nvPr>
        </p:nvSpPr>
        <p:spPr>
          <a:xfrm>
            <a:off x="6189275" y="21387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42" name="Google Shape;742;p91"/>
          <p:cNvSpPr txBox="1">
            <a:spLocks noGrp="1"/>
          </p:cNvSpPr>
          <p:nvPr>
            <p:ph type="subTitle" idx="5"/>
          </p:nvPr>
        </p:nvSpPr>
        <p:spPr>
          <a:xfrm>
            <a:off x="6187025" y="27987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743" name="Google Shape;743;p91"/>
          <p:cNvPicPr preferRelativeResize="0"/>
          <p:nvPr/>
        </p:nvPicPr>
        <p:blipFill rotWithShape="1">
          <a:blip r:embed="rId2">
            <a:alphaModFix/>
          </a:blip>
          <a:srcRect l="95959" r="50"/>
          <a:stretch/>
        </p:blipFill>
        <p:spPr>
          <a:xfrm>
            <a:off x="8805677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91"/>
          <p:cNvSpPr txBox="1">
            <a:spLocks noGrp="1"/>
          </p:cNvSpPr>
          <p:nvPr>
            <p:ph type="body" idx="6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5" name="Google Shape;745;p91"/>
          <p:cNvSpPr txBox="1">
            <a:spLocks noGrp="1"/>
          </p:cNvSpPr>
          <p:nvPr>
            <p:ph type="title" idx="7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Quotes, call out options →">
  <p:cSld name="CUSTOM_23_1_1_1_1_2_1_1_1_1_1_1_1_1_1_2">
    <p:bg>
      <p:bgPr>
        <a:solidFill>
          <a:schemeClr val="accent5"/>
        </a:solidFill>
        <a:effectLst/>
      </p:bgPr>
    </p:bg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9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Quotes and callouts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748" name="Google Shape;748;p9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9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White">
  <p:cSld name="CUSTOM_23_1_1_2_1_1_1_1_1_1_1_1_1_1_6"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93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pic>
        <p:nvPicPr>
          <p:cNvPr id="752" name="Google Shape;752;p9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26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9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4" name="Google Shape;754;p93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3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56" name="Google Shape;756;p9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Black">
  <p:cSld name="CUSTOM_23_1_1_2_1_1_1_1_1_1_1_1_1_1_1_3">
    <p:bg>
      <p:bgPr>
        <a:solidFill>
          <a:schemeClr val="dk1"/>
        </a:solid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8" name="Google Shape;758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225" y="143442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9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94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1" name="Google Shape;761;p94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762" name="Google Shape;762;p9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Gold">
  <p:cSld name="CUSTOM_23_1_1_2_1_1_1_1_1_1_1_1_1_1_2_1">
    <p:bg>
      <p:bgPr>
        <a:solidFill>
          <a:schemeClr val="accent1"/>
        </a:solidFill>
        <a:effectLst/>
      </p:bgPr>
    </p:bg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4" name="Google Shape;764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1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9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95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67" name="Google Shape;767;p95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68" name="Google Shape;768;p9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White">
  <p:cSld name="CUSTOM_23_1_1_2_1_1_1_1_1_1_1_1_1_1_4_3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9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1" name="Google Shape;771;p96" title="quotations-gray3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15000"/>
              </a:srgbClr>
            </a:outerShdw>
          </a:effectLst>
        </p:spPr>
      </p:pic>
      <p:sp>
        <p:nvSpPr>
          <p:cNvPr id="772" name="Google Shape;772;p96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3" name="Google Shape;773;p96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74" name="Google Shape;774;p96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75" name="Google Shape;775;p9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Black">
  <p:cSld name="CUSTOM_23_1_1_2_1_1_1_1_1_1_1_1_1_1_4_1_1">
    <p:bg>
      <p:bgPr>
        <a:solidFill>
          <a:schemeClr val="dk1"/>
        </a:solidFill>
        <a:effectLst/>
      </p:bgPr>
    </p:bg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9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8" name="Google Shape;778;p97" title="quotations-gray3@4x.png"/>
          <p:cNvPicPr preferRelativeResize="0"/>
          <p:nvPr/>
        </p:nvPicPr>
        <p:blipFill>
          <a:blip r:embed="rId2">
            <a:alphaModFix amt="46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chemeClr val="lt2">
                <a:alpha val="11000"/>
              </a:schemeClr>
            </a:outerShdw>
          </a:effectLst>
        </p:spPr>
      </p:pic>
      <p:sp>
        <p:nvSpPr>
          <p:cNvPr id="779" name="Google Shape;779;p97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0" name="Google Shape;780;p97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1" name="Google Shape;781;p9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Gold">
  <p:cSld name="CUSTOM_23_1_1_2_1_1_1_1_1_1_1_1_1_1_4_2_1">
    <p:bg>
      <p:bgPr>
        <a:solidFill>
          <a:schemeClr val="accen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3" name="Google Shape;783;p98" title="quotations-gray3@4x.png"/>
          <p:cNvPicPr preferRelativeResize="0"/>
          <p:nvPr/>
        </p:nvPicPr>
        <p:blipFill>
          <a:blip r:embed="rId2">
            <a:alphaModFix amt="95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28000"/>
              </a:srgbClr>
            </a:outerShdw>
          </a:effectLst>
        </p:spPr>
      </p:pic>
      <p:sp>
        <p:nvSpPr>
          <p:cNvPr id="784" name="Google Shape;784;p98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5" name="Google Shape;785;p9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98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87" name="Google Shape;787;p98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88" name="Google Shape;788;p9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White">
  <p:cSld name="CUSTOM_23_1_1_2_1_1_1_1_1_1_1_1_1_1_6_1"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99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1" name="Google Shape;791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2" name="Google Shape;792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9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99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95" name="Google Shape;795;p99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99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Gold">
  <p:cSld name="CUSTOM_23_1_1_2_1_1_1_1_1_1_1_1_1_1_6_1_1">
    <p:bg>
      <p:bgPr>
        <a:solidFill>
          <a:schemeClr val="accen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100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9" name="Google Shape;799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10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100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03" name="Google Shape;803;p100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100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Maroon">
  <p:cSld name="CUSTOM_23_1_1_2_1_1_1_1_1_1_1_1_1_1_6_1_1_1">
    <p:bg>
      <p:bgPr>
        <a:solidFill>
          <a:schemeClr val="accent2"/>
        </a:solidFill>
        <a:effectLst/>
      </p:bgPr>
    </p:bg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101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07" name="Google Shape;807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10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0" name="Google Shape;810;p101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101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Black">
  <p:cSld name="CUSTOM_23_1_1_2_1_1_1_1_1_1_1_1_1_1_6_1_2">
    <p:bg>
      <p:bgPr>
        <a:solidFill>
          <a:schemeClr val="dk1"/>
        </a:solidFill>
        <a:effectLst/>
      </p:bgPr>
    </p:bg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2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14" name="Google Shape;814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10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02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8" name="Google Shape;818;p102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102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White">
  <p:cSld name="CUSTOM_23_1_1_2_1_1_1_1_1_1_1_1_1_1_6_1_3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" name="Google Shape;821;p103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103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3" name="Google Shape;823;p10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Gold">
  <p:cSld name="CUSTOM_23_1_1_2_1_1_1_1_1_1_1_1_1_1_6_1_1_2">
    <p:bg>
      <p:bgPr>
        <a:solidFill>
          <a:schemeClr val="accent1"/>
        </a:solidFill>
        <a:effectLst/>
      </p:bgPr>
    </p:bg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5" name="Google Shape;825;p104" title="251117 YIR Spotify Wrapped_Network - Light_FINAL.png"/>
          <p:cNvPicPr preferRelativeResize="0"/>
          <p:nvPr/>
        </p:nvPicPr>
        <p:blipFill rotWithShape="1">
          <a:blip r:embed="rId2">
            <a:alphaModFix amt="4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104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7" name="Google Shape;827;p10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4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Maroon">
  <p:cSld name="CUSTOM_23_1_1_2_1_1_1_1_1_1_1_1_1_1_6_1_1_1_1">
    <p:bg>
      <p:bgPr>
        <a:solidFill>
          <a:schemeClr val="accent2"/>
        </a:solidFill>
        <a:effectLst/>
      </p:bgPr>
    </p:bg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5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31" name="Google Shape;831;p105" title="251117 YIR Spotify Wrapped_Network - Light_FINAL.png"/>
          <p:cNvPicPr preferRelativeResize="0"/>
          <p:nvPr/>
        </p:nvPicPr>
        <p:blipFill rotWithShape="1">
          <a:blip r:embed="rId2">
            <a:alphaModFix amt="3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2" name="Google Shape;832;p105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Black">
  <p:cSld name="CUSTOM_23_1_1_2_1_1_1_1_1_1_1_1_1_1_6_1_2_1">
    <p:bg>
      <p:bgPr>
        <a:solidFill>
          <a:schemeClr val="dk1"/>
        </a:solidFill>
        <a:effectLst/>
      </p:bgPr>
    </p:bg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4" name="Google Shape;834;p106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106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36" name="Google Shape;836;p10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106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Char char="●"/>
              <a:defRPr sz="1200">
                <a:solidFill>
                  <a:srgbClr val="FAFAFA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rgbClr val="FAFAFA"/>
              </a:buClr>
              <a:buSzPts val="1400"/>
              <a:buChar char="○"/>
              <a:defRPr>
                <a:solidFill>
                  <a:srgbClr val="FAFAFA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200"/>
              <a:buChar char="■"/>
              <a:defRPr>
                <a:solidFill>
                  <a:srgbClr val="FAFAFA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Photo slides →">
  <p:cSld name="CUSTOM_23_1_1_1_1_2_1_1_1_1_1_1_1_1_1_3_1">
    <p:bg>
      <p:bgPr>
        <a:solidFill>
          <a:schemeClr val="accent5"/>
        </a:solidFill>
        <a:effectLst/>
      </p:bgPr>
    </p:bg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107"/>
          <p:cNvSpPr txBox="1"/>
          <p:nvPr/>
        </p:nvSpPr>
        <p:spPr>
          <a:xfrm>
            <a:off x="2577575" y="-10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Photos only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40" name="Google Shape;840;p107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Background">
  <p:cSld name="CUSTOM_28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08"/>
          <p:cNvSpPr>
            <a:spLocks noGrp="1"/>
          </p:cNvSpPr>
          <p:nvPr>
            <p:ph type="pic" idx="2"/>
          </p:nvPr>
        </p:nvSpPr>
        <p:spPr>
          <a:xfrm>
            <a:off x="-29300" y="-30900"/>
            <a:ext cx="9182400" cy="516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3" name="Google Shape;843;p10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Grid">
  <p:cSld name="CUSTOM_23_1_1_1_2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109"/>
          <p:cNvSpPr>
            <a:spLocks noGrp="1"/>
          </p:cNvSpPr>
          <p:nvPr>
            <p:ph type="pic" idx="2"/>
          </p:nvPr>
        </p:nvSpPr>
        <p:spPr>
          <a:xfrm>
            <a:off x="6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6" name="Google Shape;846;p109"/>
          <p:cNvSpPr>
            <a:spLocks noGrp="1"/>
          </p:cNvSpPr>
          <p:nvPr>
            <p:ph type="pic" idx="3"/>
          </p:nvPr>
        </p:nvSpPr>
        <p:spPr>
          <a:xfrm>
            <a:off x="6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7" name="Google Shape;847;p109"/>
          <p:cNvSpPr>
            <a:spLocks noGrp="1"/>
          </p:cNvSpPr>
          <p:nvPr>
            <p:ph type="pic" idx="4"/>
          </p:nvPr>
        </p:nvSpPr>
        <p:spPr>
          <a:xfrm>
            <a:off x="231381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109"/>
          <p:cNvSpPr>
            <a:spLocks noGrp="1"/>
          </p:cNvSpPr>
          <p:nvPr>
            <p:ph type="pic" idx="5"/>
          </p:nvPr>
        </p:nvSpPr>
        <p:spPr>
          <a:xfrm>
            <a:off x="231381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109"/>
          <p:cNvSpPr>
            <a:spLocks noGrp="1"/>
          </p:cNvSpPr>
          <p:nvPr>
            <p:ph type="pic" idx="6"/>
          </p:nvPr>
        </p:nvSpPr>
        <p:spPr>
          <a:xfrm>
            <a:off x="462757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109"/>
          <p:cNvSpPr>
            <a:spLocks noGrp="1"/>
          </p:cNvSpPr>
          <p:nvPr>
            <p:ph type="pic" idx="7"/>
          </p:nvPr>
        </p:nvSpPr>
        <p:spPr>
          <a:xfrm>
            <a:off x="462757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109"/>
          <p:cNvSpPr>
            <a:spLocks noGrp="1"/>
          </p:cNvSpPr>
          <p:nvPr>
            <p:ph type="pic" idx="8"/>
          </p:nvPr>
        </p:nvSpPr>
        <p:spPr>
          <a:xfrm>
            <a:off x="694132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109"/>
          <p:cNvSpPr>
            <a:spLocks noGrp="1"/>
          </p:cNvSpPr>
          <p:nvPr>
            <p:ph type="pic" idx="9"/>
          </p:nvPr>
        </p:nvSpPr>
        <p:spPr>
          <a:xfrm>
            <a:off x="694132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10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Mosaic">
  <p:cSld name="CUSTOM_23_1_1_1_2_1"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110"/>
          <p:cNvSpPr>
            <a:spLocks noGrp="1"/>
          </p:cNvSpPr>
          <p:nvPr>
            <p:ph type="pic" idx="2"/>
          </p:nvPr>
        </p:nvSpPr>
        <p:spPr>
          <a:xfrm>
            <a:off x="-10414" y="2136"/>
            <a:ext cx="26238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110"/>
          <p:cNvSpPr>
            <a:spLocks noGrp="1"/>
          </p:cNvSpPr>
          <p:nvPr>
            <p:ph type="pic" idx="3"/>
          </p:nvPr>
        </p:nvSpPr>
        <p:spPr>
          <a:xfrm>
            <a:off x="-10425" y="1746100"/>
            <a:ext cx="2623800" cy="3397500"/>
          </a:xfrm>
          <a:prstGeom prst="rect">
            <a:avLst/>
          </a:prstGeom>
          <a:noFill/>
          <a:ln>
            <a:noFill/>
          </a:ln>
        </p:spPr>
      </p:sp>
      <p:sp>
        <p:nvSpPr>
          <p:cNvPr id="857" name="Google Shape;857;p110"/>
          <p:cNvSpPr>
            <a:spLocks noGrp="1"/>
          </p:cNvSpPr>
          <p:nvPr>
            <p:ph type="pic" idx="4"/>
          </p:nvPr>
        </p:nvSpPr>
        <p:spPr>
          <a:xfrm>
            <a:off x="2682550" y="1458075"/>
            <a:ext cx="33276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8" name="Google Shape;858;p110"/>
          <p:cNvSpPr>
            <a:spLocks noGrp="1"/>
          </p:cNvSpPr>
          <p:nvPr>
            <p:ph type="pic" idx="5"/>
          </p:nvPr>
        </p:nvSpPr>
        <p:spPr>
          <a:xfrm>
            <a:off x="2682544" y="2136"/>
            <a:ext cx="17493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59" name="Google Shape;859;p110"/>
          <p:cNvSpPr>
            <a:spLocks noGrp="1"/>
          </p:cNvSpPr>
          <p:nvPr>
            <p:ph type="pic" idx="6"/>
          </p:nvPr>
        </p:nvSpPr>
        <p:spPr>
          <a:xfrm>
            <a:off x="4490588" y="2136"/>
            <a:ext cx="15195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60" name="Google Shape;860;p110"/>
          <p:cNvSpPr>
            <a:spLocks noGrp="1"/>
          </p:cNvSpPr>
          <p:nvPr>
            <p:ph type="pic" idx="7"/>
          </p:nvPr>
        </p:nvSpPr>
        <p:spPr>
          <a:xfrm>
            <a:off x="6068831" y="2136"/>
            <a:ext cx="15606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1" name="Google Shape;861;p110"/>
          <p:cNvSpPr>
            <a:spLocks noGrp="1"/>
          </p:cNvSpPr>
          <p:nvPr>
            <p:ph type="pic" idx="8"/>
          </p:nvPr>
        </p:nvSpPr>
        <p:spPr>
          <a:xfrm>
            <a:off x="7688175" y="2136"/>
            <a:ext cx="14559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2" name="Google Shape;862;p110"/>
          <p:cNvSpPr>
            <a:spLocks noGrp="1"/>
          </p:cNvSpPr>
          <p:nvPr>
            <p:ph type="pic" idx="9"/>
          </p:nvPr>
        </p:nvSpPr>
        <p:spPr>
          <a:xfrm>
            <a:off x="2682550" y="3186300"/>
            <a:ext cx="6461400" cy="1957200"/>
          </a:xfrm>
          <a:prstGeom prst="rect">
            <a:avLst/>
          </a:prstGeom>
          <a:noFill/>
          <a:ln>
            <a:noFill/>
          </a:ln>
        </p:spPr>
      </p:sp>
      <p:sp>
        <p:nvSpPr>
          <p:cNvPr id="863" name="Google Shape;863;p11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 Patterns →">
  <p:cSld name="CUSTOM_23_1_1_1_1_2_1_1_1_1_1_1_1_1_1_3">
    <p:bg>
      <p:bgPr>
        <a:solidFill>
          <a:schemeClr val="accent5"/>
        </a:solidFill>
        <a:effectLst/>
      </p:bgPr>
    </p:bg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1"/>
          <p:cNvSpPr txBox="1"/>
          <p:nvPr/>
        </p:nvSpPr>
        <p:spPr>
          <a:xfrm>
            <a:off x="2577575" y="150"/>
            <a:ext cx="65664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Brand</a:t>
            </a:r>
            <a:r>
              <a:rPr lang="en" sz="6200" b="1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pattern backgrounds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66" name="Google Shape;866;p111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1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white">
  <p:cSld name="CUSTOM_22_1_1_1_1_1_1_1_1_1_1_1_1_1_1_1_1_3"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9" name="Google Shape;869;p112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2225"/>
            <a:ext cx="9144003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1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1" name="Google Shape;871;p112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black">
  <p:cSld name="CUSTOM_23_1_1_2_1_1_1_1_1_1_1_1_1_1_1_1_1_2_1_1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113"/>
          <p:cNvPicPr preferRelativeResize="0"/>
          <p:nvPr/>
        </p:nvPicPr>
        <p:blipFill rotWithShape="1">
          <a:blip r:embed="rId2">
            <a:alphaModFix/>
          </a:blip>
          <a:srcRect l="39" r="49"/>
          <a:stretch/>
        </p:blipFill>
        <p:spPr>
          <a:xfrm>
            <a:off x="0" y="-5587"/>
            <a:ext cx="9144003" cy="5150127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11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5" name="Google Shape;875;p113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white">
  <p:cSld name="CUSTOM_23_1_1_1_1_1_1_1_1_1_1_1_1_1_1_1_1_1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7" name="Google Shape;877;p114" title="251117 YIR Spotify Wrapped_MorseCode - Full page - Light_FINAL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2225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1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9" name="Google Shape;879;p114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black">
  <p:cSld name="CUSTOM_22_1_1_1_1_1_1_1_1_1_1_1_1_1_1_1_1_1_1_1">
    <p:bg>
      <p:bgPr>
        <a:solidFill>
          <a:schemeClr val="dk1"/>
        </a:solidFill>
        <a:effectLst/>
      </p:bgPr>
    </p:bg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115"/>
          <p:cNvPicPr preferRelativeResize="0"/>
          <p:nvPr/>
        </p:nvPicPr>
        <p:blipFill rotWithShape="1">
          <a:blip r:embed="rId2">
            <a:alphaModFix/>
          </a:blip>
          <a:srcRect l="69" r="69"/>
          <a:stretch/>
        </p:blipFill>
        <p:spPr>
          <a:xfrm>
            <a:off x="0" y="-2225"/>
            <a:ext cx="9144003" cy="5148128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1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3" name="Google Shape;883;p115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white">
  <p:cSld name="CUSTOM_23_1_1_2_1_1_1_1_1_1_1_1_1_1_1_1_1_2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5" name="Google Shape;885;p116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11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7" name="Google Shape;887;p116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black">
  <p:cSld name="CUSTOM_22_1_1_1_1_1_1_1_1_1_1_1_1_1_1_1_1_2_1">
    <p:bg>
      <p:bgPr>
        <a:solidFill>
          <a:schemeClr val="dk1"/>
        </a:solidFill>
        <a:effectLst/>
      </p:bgPr>
    </p:bg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9" name="Google Shape;889;p117"/>
          <p:cNvPicPr preferRelativeResize="0"/>
          <p:nvPr/>
        </p:nvPicPr>
        <p:blipFill rotWithShape="1">
          <a:blip r:embed="rId2">
            <a:alphaModFix/>
          </a:blip>
          <a:srcRect l="29" r="39"/>
          <a:stretch/>
        </p:blipFill>
        <p:spPr>
          <a:xfrm>
            <a:off x="0" y="-2225"/>
            <a:ext cx="9144003" cy="5149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0" name="Google Shape;890;p11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11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white">
  <p:cSld name="CUSTOM_23_1_1_2_1_1_1_1_1_1_1_1_1_1_1_1_1_1"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3" name="Google Shape;893;p118" title="251117 YIR Spotify Wrapped_Topo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11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black">
  <p:cSld name="CUSTOM_23_1_1_2_1_1_1_1_1_1_1_1_1_1_1_1_1_1_2">
    <p:bg>
      <p:bgPr>
        <a:solidFill>
          <a:schemeClr val="dk1"/>
        </a:solidFill>
        <a:effectLst/>
      </p:bgPr>
    </p:bg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6" name="Google Shape;896;p119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11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white">
  <p:cSld name="CUSTOM_23_1_1_2_1_1_1_1_1_1_1_1_1_1_1_1_1_1_3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9" name="Google Shape;899;p120" title="251117 YIR Spotify Wrapped_MorseCod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" name="Google Shape;900;p12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black">
  <p:cSld name="CUSTOM_23_1_1_2_1_1_1_1_1_1_1_1_1_1_1_1_1_1_2_1">
    <p:bg>
      <p:bgPr>
        <a:solidFill>
          <a:schemeClr val="dk1"/>
        </a:solidFill>
        <a:effectLst/>
      </p:bgPr>
    </p:bg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2" name="Google Shape;902;p121"/>
          <p:cNvPicPr preferRelativeResize="0"/>
          <p:nvPr/>
        </p:nvPicPr>
        <p:blipFill rotWithShape="1">
          <a:blip r:embed="rId2">
            <a:alphaModFix/>
          </a:blip>
          <a:srcRect l="59" r="59"/>
          <a:stretch/>
        </p:blipFill>
        <p:spPr>
          <a:xfrm>
            <a:off x="0" y="-1725"/>
            <a:ext cx="9144003" cy="5146948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Google Shape;903;p12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white">
  <p:cSld name="CUSTOM_23_1_1_2_1_1_1_1_1_1_1_1_1_1_1_1_1_1_3_1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905;p122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12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black">
  <p:cSld name="CUSTOM_23_1_1_2_1_1_1_1_1_1_1_1_1_1_1_1_1_1_2_1_1">
    <p:bg>
      <p:bgPr>
        <a:solidFill>
          <a:schemeClr val="dk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123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12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Z Do not use. Ensures ASU brand color palette is in file.">
  <p:cSld name="CUSTOM_32_1">
    <p:bg>
      <p:bgPr>
        <a:solidFill>
          <a:schemeClr val="dk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124"/>
          <p:cNvSpPr txBox="1"/>
          <p:nvPr/>
        </p:nvSpPr>
        <p:spPr>
          <a:xfrm>
            <a:off x="424925" y="239700"/>
            <a:ext cx="82944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lt1"/>
                </a:solidFill>
              </a:rPr>
              <a:t>Not intended for use: </a:t>
            </a:r>
            <a:r>
              <a:rPr lang="en" b="1">
                <a:solidFill>
                  <a:schemeClr val="lt1"/>
                </a:solidFill>
              </a:rPr>
              <a:t>This slide ensures the full ASU color palette is available in your file.</a:t>
            </a:r>
            <a:endParaRPr sz="3200" b="1">
              <a:solidFill>
                <a:srgbClr val="74747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 b="1">
                <a:solidFill>
                  <a:srgbClr val="747474"/>
                </a:solidFill>
              </a:rPr>
              <a:t>ASU color palette</a:t>
            </a:r>
            <a:endParaRPr sz="1300" b="1">
              <a:solidFill>
                <a:srgbClr val="FFFFFF"/>
              </a:solidFill>
            </a:endParaRPr>
          </a:p>
        </p:txBody>
      </p:sp>
      <p:graphicFrame>
        <p:nvGraphicFramePr>
          <p:cNvPr id="912" name="Google Shape;912;p124"/>
          <p:cNvGraphicFramePr/>
          <p:nvPr/>
        </p:nvGraphicFramePr>
        <p:xfrm>
          <a:off x="419007" y="10032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127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5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938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Primary brand colors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Always use first.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These should be your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first color choices and used more prominently than secondary colors.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Gold</a:t>
                      </a:r>
                      <a:br>
                        <a:rPr lang="en" sz="7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#FFC627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Maroon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#8C1D40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Black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#FFFFFF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60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Secondary brand colors</a:t>
                      </a:r>
                      <a:r>
                        <a:rPr lang="en" sz="800">
                          <a:solidFill>
                            <a:srgbClr val="BFBFBF"/>
                          </a:solidFill>
                        </a:rPr>
                        <a:t>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Use as accents only. 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Use in addition to primary brand colors, not for stand alone use.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A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F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F67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AB7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497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6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Gree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n</a:t>
                      </a: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 #78BE20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Blue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#00A3E0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Orange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#FF7F32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Copper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#AF674B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Turquoise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#4AB7C4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Pink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#E74973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#747474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91425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4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ASU Grayscale</a:t>
                      </a:r>
                      <a:endParaRPr sz="8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text, line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</a:rPr>
                      </a:b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and fill colors.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ASU Gray is part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of this scale.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84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9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Black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 1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#191919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500">
                          <a:solidFill>
                            <a:srgbClr val="BFBFBF"/>
                          </a:solidFill>
                        </a:rPr>
                        <a:t>(Accessible digital black for reading</a:t>
                      </a:r>
                      <a:r>
                        <a:rPr lang="en" sz="400">
                          <a:solidFill>
                            <a:srgbClr val="BFBFBF"/>
                          </a:solidFill>
                        </a:rPr>
                        <a:t>  — </a:t>
                      </a:r>
                      <a:r>
                        <a:rPr lang="en" sz="500">
                          <a:solidFill>
                            <a:srgbClr val="BFBFBF"/>
                          </a:solidFill>
                        </a:rPr>
                        <a:t>reduced contrast)</a:t>
                      </a:r>
                      <a:endParaRPr sz="5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2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#484848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#747474</a:t>
                      </a:r>
                      <a:b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(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Gray 3)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4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#BFBFBF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5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#D0D0D0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6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#E8E8E8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7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#FAFAFA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 #FFFFFF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endParaRPr sz="700" b="1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350">
                <a:tc rowSpan="5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Brand color tints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use in data visualizations and spreadsheets.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Tints of all ASU colors —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not for stand alone use.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Gold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Maroon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Green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Blue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Orange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Copper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Turquoise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Pink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red for error,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issues, negative values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#FFF9E9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9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#F3E8EC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E8E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#F1F8E8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8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#E5F6FC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F6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#FFF2EA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#F7F0ED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0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#EDF8F9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F8F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#FDECF1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C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#FAEAEA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10% tint</a:t>
                      </a:r>
                      <a:endParaRPr sz="600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#FFF1C9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C9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F5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#D6F0FA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6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#FFEADE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A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#EBD9D2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D9D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#D2EDF0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2ED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#F9D1DC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D1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#F2CBCB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CB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25% tint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#FFE293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2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#C58E9F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8E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#BBDE8F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BDE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#7FD1EF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D1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#FFBF98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9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#D7B3A5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7B3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#A4DBE1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DB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#F3A4B9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A4B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#E59797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979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50%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#FFD45D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4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#A95670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956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#9ACF58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ACF5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#42BBE8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2BB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#FFA067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A06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#C48E7A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48E7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#79C9D3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C9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#ED7897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789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#D96262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626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75%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1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913" name="Google Shape;913;p1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09721" y="1378634"/>
            <a:ext cx="1376100" cy="1467087"/>
          </a:xfrm>
          <a:prstGeom prst="rect">
            <a:avLst/>
          </a:prstGeom>
          <a:noFill/>
          <a:ln>
            <a:noFill/>
          </a:ln>
        </p:spPr>
      </p:pic>
      <p:sp>
        <p:nvSpPr>
          <p:cNvPr id="914" name="Google Shape;914;p124"/>
          <p:cNvSpPr/>
          <p:nvPr/>
        </p:nvSpPr>
        <p:spPr>
          <a:xfrm>
            <a:off x="7407146" y="959760"/>
            <a:ext cx="273300" cy="336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5" name="Google Shape;915;p124"/>
          <p:cNvGraphicFramePr/>
          <p:nvPr/>
        </p:nvGraphicFramePr>
        <p:xfrm>
          <a:off x="7410198" y="31392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2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  <a:p>
                      <a:pPr marL="0" lvl="0" indent="0" algn="l" rtl="0">
                        <a:lnSpc>
                          <a:spcPct val="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2F2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1"/>
                          </a:solidFill>
                        </a:rPr>
                        <a:t>Error Red</a:t>
                      </a:r>
                      <a:endParaRPr sz="6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</a:rPr>
                        <a:t>#CC2F2F </a:t>
                      </a:r>
                      <a:endParaRPr sz="6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Use to indicate system errors, issues or negative number values only.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BFBFBF"/>
                          </a:solidFill>
                        </a:rPr>
                        <a:t>Please do not use ASU Maroon to indicate negative information.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16" name="Google Shape;916;p124" title="Screenshot 2026-01-05 at 2.57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0200" y="1612077"/>
            <a:ext cx="1376100" cy="324123"/>
          </a:xfrm>
          <a:prstGeom prst="rect">
            <a:avLst/>
          </a:prstGeom>
          <a:noFill/>
          <a:ln>
            <a:noFill/>
          </a:ln>
        </p:spPr>
      </p:pic>
      <p:sp>
        <p:nvSpPr>
          <p:cNvPr id="917" name="Google Shape;917;p124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4"/>
          <p:cNvSpPr/>
          <p:nvPr/>
        </p:nvSpPr>
        <p:spPr>
          <a:xfrm>
            <a:off x="0" y="552450"/>
            <a:ext cx="9187500" cy="4590900"/>
          </a:xfrm>
          <a:prstGeom prst="rect">
            <a:avLst/>
          </a:prstGeom>
          <a:solidFill>
            <a:srgbClr val="191919">
              <a:alpha val="71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slideLayout" Target="../slideLayouts/slideLayout112.xml"/><Relationship Id="rId113" Type="http://schemas.openxmlformats.org/officeDocument/2006/relationships/slideLayout" Target="../slideLayouts/slideLayout113.xml"/><Relationship Id="rId114" Type="http://schemas.openxmlformats.org/officeDocument/2006/relationships/slideLayout" Target="../slideLayouts/slideLayout114.xml"/><Relationship Id="rId115" Type="http://schemas.openxmlformats.org/officeDocument/2006/relationships/slideLayout" Target="../slideLayouts/slideLayout115.xml"/><Relationship Id="rId116" Type="http://schemas.openxmlformats.org/officeDocument/2006/relationships/slideLayout" Target="../slideLayouts/slideLayout116.xml"/><Relationship Id="rId117" Type="http://schemas.openxmlformats.org/officeDocument/2006/relationships/slideLayout" Target="../slideLayouts/slideLayout117.xml"/><Relationship Id="rId118" Type="http://schemas.openxmlformats.org/officeDocument/2006/relationships/slideLayout" Target="../slideLayouts/slideLayout118.xml"/><Relationship Id="rId119" Type="http://schemas.openxmlformats.org/officeDocument/2006/relationships/slideLayout" Target="../slideLayouts/slideLayout119.xml"/><Relationship Id="rId120" Type="http://schemas.openxmlformats.org/officeDocument/2006/relationships/slideLayout" Target="../slideLayouts/slideLayout120.xml"/><Relationship Id="rId121" Type="http://schemas.openxmlformats.org/officeDocument/2006/relationships/slideLayout" Target="../slideLayouts/slideLayout121.xml"/><Relationship Id="rId122" Type="http://schemas.openxmlformats.org/officeDocument/2006/relationships/slideLayout" Target="../slideLayouts/slideLayout122.xml"/><Relationship Id="rId123" Type="http://schemas.openxmlformats.org/officeDocument/2006/relationships/slideLayout" Target="../slideLayouts/slideLayout123.xml"/><Relationship Id="rId124" Type="http://schemas.openxmlformats.org/officeDocument/2006/relationships/theme" Target="../theme/theme1.xml"/><Relationship Id="rId1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"/>
          <p:cNvCxnSpPr/>
          <p:nvPr/>
        </p:nvCxnSpPr>
        <p:spPr>
          <a:xfrm>
            <a:off x="-219166" y="4387325"/>
            <a:ext cx="0" cy="7395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" name="Google Shape;7;p1"/>
          <p:cNvSpPr/>
          <p:nvPr/>
        </p:nvSpPr>
        <p:spPr>
          <a:xfrm>
            <a:off x="-333275" y="4684950"/>
            <a:ext cx="229500" cy="144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/>
          <p:nvPr/>
        </p:nvSpPr>
        <p:spPr>
          <a:xfrm>
            <a:off x="8007800" y="5034368"/>
            <a:ext cx="1042800" cy="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Arial"/>
              <a:buNone/>
            </a:pPr>
            <a:r>
              <a:rPr lang="en" sz="400" i="0" u="none" strike="noStrike" cap="none">
                <a:solidFill>
                  <a:schemeClr val="lt2"/>
                </a:solidFill>
              </a:rPr>
              <a:t>Copyright © </a:t>
            </a:r>
            <a:r>
              <a:rPr lang="en" sz="400">
                <a:solidFill>
                  <a:schemeClr val="lt2"/>
                </a:solidFill>
              </a:rPr>
              <a:t>2026 </a:t>
            </a:r>
            <a:r>
              <a:rPr lang="en" sz="400" i="0" u="none" strike="noStrike" cap="none">
                <a:solidFill>
                  <a:schemeClr val="lt2"/>
                </a:solidFill>
              </a:rPr>
              <a:t>Arizona Board of Regents</a:t>
            </a:r>
            <a:endParaRPr sz="400" i="0" u="none" strike="noStrike" cap="none">
              <a:solidFill>
                <a:schemeClr val="lt2"/>
              </a:solidFill>
            </a:endParaRPr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10" name="Google Shape;10;p1" title="Closed_captioning_symbol.svg.png"/>
          <p:cNvPicPr preferRelativeResize="0"/>
          <p:nvPr/>
        </p:nvPicPr>
        <p:blipFill>
          <a:blip r:embed="rId125">
            <a:alphaModFix amt="60000"/>
          </a:blip>
          <a:stretch>
            <a:fillRect/>
          </a:stretch>
        </p:blipFill>
        <p:spPr>
          <a:xfrm>
            <a:off x="-281943" y="4709987"/>
            <a:ext cx="125548" cy="941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11;p1"/>
          <p:cNvCxnSpPr/>
          <p:nvPr/>
        </p:nvCxnSpPr>
        <p:spPr>
          <a:xfrm>
            <a:off x="-216116" y="4375141"/>
            <a:ext cx="127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2" name="Google Shape;12;p1"/>
          <p:cNvCxnSpPr/>
          <p:nvPr/>
        </p:nvCxnSpPr>
        <p:spPr>
          <a:xfrm>
            <a:off x="-216116" y="5138961"/>
            <a:ext cx="121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  <p:sldLayoutId id="2147483720" r:id="rId73"/>
    <p:sldLayoutId id="2147483721" r:id="rId74"/>
    <p:sldLayoutId id="2147483722" r:id="rId75"/>
    <p:sldLayoutId id="2147483723" r:id="rId76"/>
    <p:sldLayoutId id="2147483724" r:id="rId77"/>
    <p:sldLayoutId id="2147483725" r:id="rId78"/>
    <p:sldLayoutId id="2147483726" r:id="rId79"/>
    <p:sldLayoutId id="2147483727" r:id="rId80"/>
    <p:sldLayoutId id="2147483728" r:id="rId81"/>
    <p:sldLayoutId id="2147483729" r:id="rId82"/>
    <p:sldLayoutId id="2147483730" r:id="rId83"/>
    <p:sldLayoutId id="2147483731" r:id="rId84"/>
    <p:sldLayoutId id="2147483732" r:id="rId85"/>
    <p:sldLayoutId id="2147483733" r:id="rId86"/>
    <p:sldLayoutId id="2147483734" r:id="rId87"/>
    <p:sldLayoutId id="2147483735" r:id="rId88"/>
    <p:sldLayoutId id="2147483736" r:id="rId89"/>
    <p:sldLayoutId id="2147483737" r:id="rId90"/>
    <p:sldLayoutId id="2147483738" r:id="rId91"/>
    <p:sldLayoutId id="2147483739" r:id="rId92"/>
    <p:sldLayoutId id="2147483740" r:id="rId93"/>
    <p:sldLayoutId id="2147483741" r:id="rId94"/>
    <p:sldLayoutId id="2147483742" r:id="rId95"/>
    <p:sldLayoutId id="2147483743" r:id="rId96"/>
    <p:sldLayoutId id="2147483744" r:id="rId97"/>
    <p:sldLayoutId id="2147483745" r:id="rId98"/>
    <p:sldLayoutId id="2147483746" r:id="rId99"/>
    <p:sldLayoutId id="2147483747" r:id="rId100"/>
    <p:sldLayoutId id="2147483748" r:id="rId101"/>
    <p:sldLayoutId id="2147483749" r:id="rId102"/>
    <p:sldLayoutId id="2147483750" r:id="rId103"/>
    <p:sldLayoutId id="2147483751" r:id="rId104"/>
    <p:sldLayoutId id="2147483752" r:id="rId105"/>
    <p:sldLayoutId id="2147483753" r:id="rId106"/>
    <p:sldLayoutId id="2147483754" r:id="rId107"/>
    <p:sldLayoutId id="2147483755" r:id="rId108"/>
    <p:sldLayoutId id="2147483756" r:id="rId109"/>
    <p:sldLayoutId id="2147483757" r:id="rId110"/>
    <p:sldLayoutId id="2147483758" r:id="rId111"/>
    <p:sldLayoutId id="2147483759" r:id="rId112"/>
    <p:sldLayoutId id="2147483760" r:id="rId113"/>
    <p:sldLayoutId id="2147483761" r:id="rId114"/>
    <p:sldLayoutId id="2147483762" r:id="rId115"/>
    <p:sldLayoutId id="2147483763" r:id="rId116"/>
    <p:sldLayoutId id="2147483764" r:id="rId117"/>
    <p:sldLayoutId id="2147483765" r:id="rId118"/>
    <p:sldLayoutId id="2147483766" r:id="rId119"/>
    <p:sldLayoutId id="2147483767" r:id="rId120"/>
    <p:sldLayoutId id="2147483768" r:id="rId121"/>
    <p:sldLayoutId id="2147483769" r:id="rId122"/>
    <p:sldLayoutId id="2147483770" r:id="rId1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8">
          <p15:clr>
            <a:srgbClr val="00F0E1"/>
          </p15:clr>
        </p15:guide>
        <p15:guide id="2" pos="461">
          <p15:clr>
            <a:srgbClr val="00F0E1"/>
          </p15:clr>
        </p15:guide>
        <p15:guide id="3" pos="893">
          <p15:clr>
            <a:srgbClr val="00F0E1"/>
          </p15:clr>
        </p15:guide>
        <p15:guide id="4" pos="708">
          <p15:clr>
            <a:srgbClr val="00F0E1"/>
          </p15:clr>
        </p15:guide>
        <p15:guide id="5" pos="952">
          <p15:clr>
            <a:srgbClr val="00F0E1"/>
          </p15:clr>
        </p15:guide>
        <p15:guide id="6" pos="1193">
          <p15:clr>
            <a:srgbClr val="00F0E1"/>
          </p15:clr>
        </p15:guide>
        <p15:guide id="7" pos="1137">
          <p15:clr>
            <a:srgbClr val="00F0E1"/>
          </p15:clr>
        </p15:guide>
        <p15:guide id="8" pos="213">
          <p15:clr>
            <a:srgbClr val="7432FF"/>
          </p15:clr>
        </p15:guide>
        <p15:guide id="9" pos="1439">
          <p15:clr>
            <a:srgbClr val="00F0E1"/>
          </p15:clr>
        </p15:guide>
        <p15:guide id="10" pos="1624">
          <p15:clr>
            <a:srgbClr val="00F0E1"/>
          </p15:clr>
        </p15:guide>
        <p15:guide id="11" pos="1680">
          <p15:clr>
            <a:srgbClr val="00F0E1"/>
          </p15:clr>
        </p15:guide>
        <p15:guide id="12" pos="1869">
          <p15:clr>
            <a:srgbClr val="00F0E1"/>
          </p15:clr>
        </p15:guide>
        <p15:guide id="13" pos="2174">
          <p15:clr>
            <a:srgbClr val="00F0E1"/>
          </p15:clr>
        </p15:guide>
        <p15:guide id="14" pos="2114">
          <p15:clr>
            <a:srgbClr val="00F0E1"/>
          </p15:clr>
        </p15:guide>
        <p15:guide id="15" pos="2412">
          <p15:clr>
            <a:srgbClr val="00F0E1"/>
          </p15:clr>
        </p15:guide>
        <p15:guide id="16" pos="2360">
          <p15:clr>
            <a:srgbClr val="00F0E1"/>
          </p15:clr>
        </p15:guide>
        <p15:guide id="17" pos="2606">
          <p15:clr>
            <a:srgbClr val="00F0E1"/>
          </p15:clr>
        </p15:guide>
        <p15:guide id="18" pos="2851">
          <p15:clr>
            <a:srgbClr val="00F0E1"/>
          </p15:clr>
        </p15:guide>
        <p15:guide id="19" pos="3095">
          <p15:clr>
            <a:srgbClr val="00F0E1"/>
          </p15:clr>
        </p15:guide>
        <p15:guide id="20" pos="3154">
          <p15:clr>
            <a:srgbClr val="00F0E1"/>
          </p15:clr>
        </p15:guide>
        <p15:guide id="21" pos="3340">
          <p15:clr>
            <a:srgbClr val="00F0E1"/>
          </p15:clr>
        </p15:guide>
        <p15:guide id="22" pos="3400">
          <p15:clr>
            <a:srgbClr val="00F0E1"/>
          </p15:clr>
        </p15:guide>
        <p15:guide id="23" pos="3586">
          <p15:clr>
            <a:srgbClr val="00F0E1"/>
          </p15:clr>
        </p15:guide>
        <p15:guide id="24" pos="3643">
          <p15:clr>
            <a:srgbClr val="00F0E1"/>
          </p15:clr>
        </p15:guide>
        <p15:guide id="25" pos="3831">
          <p15:clr>
            <a:srgbClr val="00F0E1"/>
          </p15:clr>
        </p15:guide>
        <p15:guide id="26" pos="3889">
          <p15:clr>
            <a:srgbClr val="00F0E1"/>
          </p15:clr>
        </p15:guide>
        <p15:guide id="27" pos="4080">
          <p15:clr>
            <a:srgbClr val="00F0E1"/>
          </p15:clr>
        </p15:guide>
        <p15:guide id="28" pos="4127">
          <p15:clr>
            <a:srgbClr val="00F0E1"/>
          </p15:clr>
        </p15:guide>
        <p15:guide id="29" pos="4379">
          <p15:clr>
            <a:srgbClr val="00F0E1"/>
          </p15:clr>
        </p15:guide>
        <p15:guide id="30" orient="horz" pos="3056">
          <p15:clr>
            <a:srgbClr val="7432FF"/>
          </p15:clr>
        </p15:guide>
        <p15:guide id="31" orient="horz" pos="690">
          <p15:clr>
            <a:srgbClr val="00F0E1"/>
          </p15:clr>
        </p15:guide>
        <p15:guide id="32" orient="horz" pos="1629">
          <p15:clr>
            <a:srgbClr val="F95DFF"/>
          </p15:clr>
        </p15:guide>
        <p15:guide id="33" orient="horz" pos="2755">
          <p15:clr>
            <a:srgbClr val="EC5353"/>
          </p15:clr>
        </p15:guide>
        <p15:guide id="34" pos="5303">
          <p15:clr>
            <a:srgbClr val="00F0E1"/>
          </p15:clr>
        </p15:guide>
        <p15:guide id="35" pos="5101">
          <p15:clr>
            <a:srgbClr val="00F0E1"/>
          </p15:clr>
        </p15:guide>
        <p15:guide id="36" pos="2909">
          <p15:clr>
            <a:srgbClr val="00F0E1"/>
          </p15:clr>
        </p15:guide>
        <p15:guide id="37" pos="1381">
          <p15:clr>
            <a:srgbClr val="00F0E1"/>
          </p15:clr>
        </p15:guide>
        <p15:guide id="38" pos="403">
          <p15:clr>
            <a:srgbClr val="00F0E1"/>
          </p15:clr>
        </p15:guide>
        <p15:guide id="39" pos="4623">
          <p15:clr>
            <a:srgbClr val="00F0E1"/>
          </p15:clr>
        </p15:guide>
        <p15:guide id="40" pos="4808">
          <p15:clr>
            <a:srgbClr val="00F0E1"/>
          </p15:clr>
        </p15:guide>
        <p15:guide id="41" pos="4867">
          <p15:clr>
            <a:srgbClr val="00F0E1"/>
          </p15:clr>
        </p15:guide>
        <p15:guide id="42" pos="5059">
          <p15:clr>
            <a:srgbClr val="00F0E1"/>
          </p15:clr>
        </p15:guide>
        <p15:guide id="43" pos="5346">
          <p15:clr>
            <a:srgbClr val="00F0E1"/>
          </p15:clr>
        </p15:guide>
        <p15:guide id="44" pos="5547">
          <p15:clr>
            <a:srgbClr val="7432FF"/>
          </p15:clr>
        </p15:guide>
        <p15:guide id="45" orient="horz" pos="202">
          <p15:clr>
            <a:srgbClr val="7432FF"/>
          </p15:clr>
        </p15:guide>
        <p15:guide id="46" orient="horz" pos="562">
          <p15:clr>
            <a:srgbClr val="00F0E1"/>
          </p15:clr>
        </p15:guide>
        <p15:guide id="47" pos="2880">
          <p15:clr>
            <a:srgbClr val="F95DFF"/>
          </p15:clr>
        </p15:guide>
        <p15:guide id="48" pos="4567">
          <p15:clr>
            <a:srgbClr val="00F0E1"/>
          </p15:clr>
        </p15:guide>
        <p15:guide id="49" pos="4321">
          <p15:clr>
            <a:srgbClr val="00F0E1"/>
          </p15:clr>
        </p15:guide>
        <p15:guide id="50" pos="1929">
          <p15:clr>
            <a:srgbClr val="00F0E1"/>
          </p15:clr>
        </p15:guide>
        <p15:guide id="51" pos="2665">
          <p15:clr>
            <a:srgbClr val="00F0E1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3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C3D to FBX Conversion Tool</a:t>
            </a:r>
            <a:endParaRPr/>
          </a:p>
        </p:txBody>
      </p:sp>
      <p:sp>
        <p:nvSpPr>
          <p:cNvPr id="1124" name="Google Shape;1124;p135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Clinical Motion Capture → Interactive Visualization  •  Endless Games and Learning Lab  •  ASU  •  March 2026</a:t>
            </a:r>
            <a:endParaRPr/>
          </a:p>
        </p:txBody>
      </p:sp>
      <p:pic>
        <p:nvPicPr>
          <p:cNvPr id="1125" name="Google Shape;1125;p1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CLINICAL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40080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40080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949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Clinical data collected — never visualized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9692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Rich biomechanical data sits in .C3D files. Patients never see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44752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444752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961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Patients see numbers, not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739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Charts and spreadsheets don't build intuition or drive motivation.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9424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249424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0428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50% compliance drop after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786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Without engaging feedback, patients abandon home exercise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054096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054096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089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Existing software: $100,000+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83279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Vicon, Qualisys — research-grade cost, unreachable for most PT clinics.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858768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858768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1363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No interactive gamification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The motion capture hardware exists. The game engine bridge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C3D</a:t>
            </a:r>
            <a:br/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Inspect</a:t>
            </a:r>
            <a:br/>
            <a:r>
              <a:t>+Validate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594360"/>
            <a:ext cx="1664207" cy="173736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5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solve_csv_to</a:t>
            </a:r>
            <a:br/>
            <a:r>
              <a:t>_ue_rigjson.py</a:t>
            </a:r>
            <a:br/>
            <a:r>
              <a:t>Forward kinematics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Rig +</a:t>
            </a:r>
            <a:br/>
            <a: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blender_virtual</a:t>
            </a:r>
            <a:br/>
            <a:r>
              <a:t>_csv_to_fbx.py</a:t>
            </a:r>
            <a:br/>
            <a:r>
              <a:t>Mixamo skeleton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FBX</a:t>
            </a:r>
            <a:br/>
            <a:r>
              <a:t>→ UE5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Retarget to</a:t>
            </a:r>
            <a:br/>
            <a:r>
              <a:t>Mannequin /</a:t>
            </a:r>
            <a:br/>
            <a:r>
              <a:t>MetaHuman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514600"/>
            <a:ext cx="87782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47474"/>
                </a:solidFill>
                <a:latin typeface="Calibri"/>
              </a:rPr>
              <a:t>Real clinical data included: t7updated2_1111111_2022_01_03_barewalk1.c3d  (ASU biomechanics lab gait session)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108960"/>
            <a:ext cx="8778240" cy="548640"/>
          </a:xfrm>
          <a:prstGeom prst="rect">
            <a:avLst/>
          </a:prstGeom>
          <a:solidFill>
            <a:srgbClr val="FF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17296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C1D40"/>
                </a:solidFill>
                <a:latin typeface="Calibri"/>
              </a:rPr>
              <a:t>Key innovation: Mixamo-named skeleton → drops into UE5 / Unity retargeting with ZERO manual rigging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919472"/>
            <a:ext cx="877824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Vicon Nexus 3D viewport — full-body skeleton reconstruction with force plates active (ASU biomechanics lab)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1 — inspect_c3d.py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Lab-agnostic label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054096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Load C3D binary via ezc3d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point_labels = c3d['parameters']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['POINT']['LABELS']['value']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"C7","CLAV","SHO","ELB","WRI",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"HEAD","FHEA","V_","JC"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Smart filter: exclude lower-body false hits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lower_only = ['KNEE','ANKLE','TOE']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Output: spec list for downstream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Example: ('LSHO', ['LSHO'], None),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200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am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926080"/>
            <a:ext cx="33375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2120" y="4709160"/>
            <a:ext cx="333756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i="1">
                <a:solidFill>
                  <a:srgbClr val="747474"/>
                </a:solidFill>
              </a:rPr>
              <a:t>68 markers reconstructed (60 physical + 8 virtual)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7680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2 — Quaternion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solve_csv_to_ue_rigjson.py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Converts marker positions → 23-joint rotations using forward kinematics, hemisphere continuity, and delta quaternions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rotation from aim + roll pole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frame_from_aim_pole(aim, pole):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z = pole - dot(pole,y)*y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stack([x,y,z], axis=1)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CRITICAL: Prevent 180° flip artifacts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pole_continuous(pole, prev):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      return -pole  # flip fix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Prevents double-rotation in Blender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delta = mul_quat(inv_quat(rest),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   local_quat[f])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3 HARD PROBLEMS SOLVED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① Quaternion flips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Mocap noise causes 180° sign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flips — hemisphere continuity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check eliminates popping.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② Double rotation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Delta quats relative to rest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pose prevent error accumulation.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③ Torso listing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Global correction matrix at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calibration frame removes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constant lean/drift.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3 — Skeletal 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blender_virtual_csv_legs_to_fbx.py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Auto-builds patient-specific Mixamo skeleton from real bone measurements, smooth warm-up blend from T-pose to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thigh_l = (fr0['VLHI']-fr0['VLKN']).length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calf_l  = (fr0['VLKN']-fr0['VLAN']).length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(UE5 retarget works immediately)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lhip, lhip+Vector((0,0,-thigh_l)),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parent="mixamorig:Hips")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24 frames @ 120fps = 0.2s smooth entry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ENGINEERING DECISIONS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Patient-specific sizing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Bones measured from each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patient's actual data — not 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generic template skeleton.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Mixamo naming = free retarget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Works with UE5 Mannequin,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MetaHuman, any Mixamo char.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24-frame warm-up blend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Smooth T-pose → motion entry.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No jarring first-frame artifacts.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DEMO — No Motion Capture Hardware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Open Real Clinical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Load barewalk1.c3d — actual ASU patient gait session.</a:t>
            </a:r>
            <a:br/>
            <a:r>
              <a:t>Real markers, real kinematics, real clinical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3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Run Pipeline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python inspect_c3d.py → auto-discovers markers</a:t>
            </a:r>
            <a:br/>
            <a:r>
              <a:t>Convert to virtual_joints.csv in real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Blender Headless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blender --background --python blender_virtual...</a:t>
            </a:r>
            <a:br/>
            <a:r>
              <a:t>FBX exports in under 30 seconds on any laptop.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UE5 Viewport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Import FBX → retarget to Mannequin → Press Play.</a:t>
            </a:r>
            <a:br/>
            <a:r>
              <a:t>Patient walks across screen. Zero manual rigging.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5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Gamification Mockup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Rep counter, form score, streak system.</a:t>
            </a:r>
            <a:br/>
            <a:r>
              <a:t>Patient sees their own movement pattern, gamified.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$45B+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Compliance Drop</a:t>
            </a:r>
            <a:br/>
            <a:r>
              <a:t>After 2 Weeks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30–60%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$99/mo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Target Clinic Price</a:t>
            </a:r>
            <a:br/>
            <a:r>
              <a:t>vs. $100K+ Incumbents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651760"/>
            <a:ext cx="8778240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Consumer VR is mainstream — Apple Vision Pro, Meta Quest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79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Post-COVID telehealth accelerated remote PT 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675887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UE5 MetaHuman = photorealistic patient avatars, out of the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AI-driven form analysis is commercially viable at low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" y="4668012"/>
            <a:ext cx="8778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i="1">
                <a:solidFill>
                  <a:srgbClr val="747474"/>
                </a:solidFill>
              </a:rPr>
              <a:t>Sources: ¹ IBISWorld, U.S. Physical Therapy Market Report 2024  |  ² Jack et al., Compliance with home exercise programs: A systematic review, Phys Ther 2021  |  ³ Johnson et al., Gamification of rehabilitation improves patient adherence, J Rehab Med 2022  |  ⁴ Competitor pricing: Vicon, Motion Analysis Corp (public pricing tiers)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658368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DEVELOPMENT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21792"/>
            <a:ext cx="2816351" cy="42062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</a:p>
          <a:p>
            <a:pPr>
              <a:defRPr b="1" sz="1400"/>
            </a:pPr>
            <a:r>
              <a:t>MVP (4 weeks)</a:t>
            </a:r>
          </a:p>
          <a:p>
            <a:pPr lvl="1">
              <a:defRPr sz="1100"/>
            </a:pPr>
            <a:r>
              <a:t>• Core C3D parsing &amp; FBX export</a:t>
            </a:r>
          </a:p>
          <a:p>
            <a:pPr lvl="1">
              <a:defRPr sz="1100"/>
            </a:pPr>
            <a:r>
              <a:t>• Single-subject skeletal retargeting</a:t>
            </a:r>
          </a:p>
          <a:p>
            <a:pPr lvl="1">
              <a:defRPr sz="1100"/>
            </a:pPr>
            <a:r>
              <a:t>• Mixamo/UE5 Mannequin compatibility</a:t>
            </a:r>
          </a:p>
          <a:p>
            <a:pPr>
              <a:defRPr b="1" sz="1400"/>
            </a:pPr>
            <a:r>
              <a:t>Beta (8 weeks)</a:t>
            </a:r>
          </a:p>
          <a:p>
            <a:pPr lvl="1">
              <a:defRPr sz="1100"/>
            </a:pPr>
            <a:r>
              <a:t>• Multi-subject batch processing</a:t>
            </a:r>
          </a:p>
          <a:p>
            <a:pPr lvl="1">
              <a:defRPr sz="1100"/>
            </a:pPr>
            <a:r>
              <a:t>• Companion app: LiDAR scanning for MetaHuman development</a:t>
            </a:r>
          </a:p>
          <a:p>
            <a:pPr lvl="1">
              <a:defRPr sz="1100"/>
            </a:pPr>
            <a:r>
              <a:t>• Real-time visualization in UE5</a:t>
            </a:r>
          </a:p>
          <a:p>
            <a:pPr>
              <a:defRPr b="1" sz="1400"/>
            </a:pPr>
            <a:r>
              <a:t>V1.0 (12 weeks)</a:t>
            </a:r>
          </a:p>
          <a:p>
            <a:pPr lvl="1">
              <a:defRPr sz="1100"/>
            </a:pPr>
            <a:r>
              <a:t>• Full clinical dataset support</a:t>
            </a:r>
          </a:p>
          <a:p>
            <a:pPr lvl="1">
              <a:defRPr sz="1100"/>
            </a:pPr>
            <a:r>
              <a:t>• Advanced retargeting (MetaHuman custom rigs)</a:t>
            </a:r>
          </a:p>
          <a:p>
            <a:pPr lvl="1">
              <a:defRPr sz="1100"/>
            </a:pPr>
            <a:r>
              <a:t>• Market launch &amp; PT clinic pilots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C3D → FBX pipeline (this tool)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Real-time UE5 skeleton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Rep counter + ROM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Single exercise type: gait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21792"/>
            <a:ext cx="2816351" cy="42062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Beta</a:t>
            </a:r>
            <a:br/>
            <a:r>
              <a:t>8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Clinic onboarding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Multi-exercise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Patient progress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AI form coaching overlays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621792"/>
            <a:ext cx="2816351" cy="420624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V1.0</a:t>
            </a:r>
            <a:br/>
            <a:r>
              <a:t>12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Mobile companion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Cloud processing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EMR/EHR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VR mode (Quest 3 / Vision Pro)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00" cy="499719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0292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627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C1D40"/>
                </a:solidFill>
                <a:latin typeface="Calibri"/>
              </a:rPr>
              <a:t>The data already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91919"/>
                </a:solidFill>
                <a:latin typeface="Calibri"/>
              </a:rPr>
              <a:t>We built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0116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47474"/>
                </a:solidFill>
                <a:latin typeface="Calibri"/>
              </a:rPr>
              <a:t>C3D → FBX → Unreal Engine → Patient sees their movement in 3D, scored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40"/>
            <a:ext cx="256032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Request a 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github.com/BetterCodeGoblin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James Sypherd  ·  sypherdj1@gmail.com  ·  ASU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1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30" name="Google Shape;1130;p1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285750" lvl="0" indent="-257175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point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80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37"/>
          <p:cNvSpPr txBox="1">
            <a:spLocks noGrp="1"/>
          </p:cNvSpPr>
          <p:nvPr>
            <p:ph type="title" idx="429496729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 title</a:t>
            </a:r>
            <a:endParaRPr dirty="0"/>
          </a:p>
        </p:txBody>
      </p:sp>
      <p:sp>
        <p:nvSpPr>
          <p:cNvPr id="1136" name="Google Shape;1136;p137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accent1"/>
                </a:highlight>
              </a:rPr>
              <a:t>Slide subtitle</a:t>
            </a:r>
            <a:endParaRPr>
              <a:solidFill>
                <a:schemeClr val="dk1"/>
              </a:solidFill>
              <a:highlight>
                <a:schemeClr val="accent1"/>
              </a:highlight>
            </a:endParaRPr>
          </a:p>
        </p:txBody>
      </p:sp>
      <p:sp>
        <p:nvSpPr>
          <p:cNvPr id="1139" name="Google Shape;1139;p137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Use this two-column slide for key points, explanations or discussion notes.</a:t>
            </a:r>
            <a:endParaRPr/>
          </a:p>
        </p:txBody>
      </p:sp>
      <p:sp>
        <p:nvSpPr>
          <p:cNvPr id="1138" name="Google Shape;1138;p137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>Keep text concise and focused.</a:t>
            </a:r>
            <a:endParaRPr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44" name="Google Shape;1144;p1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33600" cy="3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brief supporting text or key points here and add image to help illustrate the message.</a:t>
            </a:r>
            <a:endParaRPr/>
          </a:p>
        </p:txBody>
      </p:sp>
      <p:pic>
        <p:nvPicPr>
          <p:cNvPr id="1146" name="Google Shape;1146;p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398" r="23398"/>
          <a:stretch/>
        </p:blipFill>
        <p:spPr>
          <a:xfrm>
            <a:off x="5038350" y="0"/>
            <a:ext cx="4105800" cy="51435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39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</p:spPr>
        <p:txBody>
          <a:bodyPr spcFirstLastPara="1" wrap="square" lIns="320025" tIns="182875" rIns="411475" bIns="1828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Subsection title goes here</a:t>
            </a:r>
            <a:endParaRPr/>
          </a:p>
        </p:txBody>
      </p:sp>
      <p:sp>
        <p:nvSpPr>
          <p:cNvPr id="1152" name="Google Shape;1152;p139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a preheader or title of the section this is part of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4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Highlight key numbers</a:t>
            </a:r>
            <a:endParaRPr dirty="0"/>
          </a:p>
        </p:txBody>
      </p:sp>
      <p:sp>
        <p:nvSpPr>
          <p:cNvPr id="1160" name="Google Shape;1160;p140"/>
          <p:cNvSpPr txBox="1">
            <a:spLocks noGrp="1"/>
          </p:cNvSpPr>
          <p:nvPr>
            <p:ph type="title"/>
          </p:nvPr>
        </p:nvSpPr>
        <p:spPr>
          <a:xfrm>
            <a:off x="351100" y="1255493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7" name="Google Shape;1157;p14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3" name="Google Shape;1163;p14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1" name="Google Shape;1161;p140"/>
          <p:cNvSpPr txBox="1">
            <a:spLocks noGrp="1"/>
          </p:cNvSpPr>
          <p:nvPr>
            <p:ph type="title" idx="4"/>
          </p:nvPr>
        </p:nvSpPr>
        <p:spPr>
          <a:xfrm>
            <a:off x="3353200" y="1255392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8" name="Google Shape;1158;p14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this number represents</a:t>
            </a:r>
            <a:endParaRPr dirty="0"/>
          </a:p>
        </p:txBody>
      </p:sp>
      <p:sp>
        <p:nvSpPr>
          <p:cNvPr id="1164" name="Google Shape;1164;p14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2" name="Google Shape;1162;p140"/>
          <p:cNvSpPr txBox="1">
            <a:spLocks noGrp="1"/>
          </p:cNvSpPr>
          <p:nvPr>
            <p:ph type="title" idx="5"/>
          </p:nvPr>
        </p:nvSpPr>
        <p:spPr>
          <a:xfrm>
            <a:off x="6381025" y="1095921"/>
            <a:ext cx="2414100" cy="148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159" name="Google Shape;1159;p14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5" name="Google Shape;1165;p14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explanation or source, if needed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p141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72600" cy="3551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Insert quote or highlighted statement here.</a:t>
            </a:r>
            <a:endParaRPr dirty="0"/>
          </a:p>
        </p:txBody>
      </p:sp>
      <p:sp>
        <p:nvSpPr>
          <p:cNvPr id="1172" name="Google Shape;1172;p14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— Name, title or source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" name="Google Shape;1177;p1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8314" r="18482"/>
          <a:stretch/>
        </p:blipFill>
        <p:spPr>
          <a:xfrm>
            <a:off x="0" y="0"/>
            <a:ext cx="4105800" cy="5143501"/>
          </a:xfrm>
          <a:prstGeom prst="rect">
            <a:avLst/>
          </a:prstGeom>
        </p:spPr>
      </p:pic>
      <p:sp>
        <p:nvSpPr>
          <p:cNvPr id="1178" name="Google Shape;1178;p142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179" name="Google Shape;1179;p142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Questions or discussion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Contact information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BF7-FE0D-5D26-A0E3-0481AA1089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8325" y="-440100"/>
            <a:ext cx="8467200" cy="440100"/>
          </a:xfrm>
        </p:spPr>
        <p:txBody>
          <a:bodyPr spcFirstLastPara="1" wrap="square" lIns="0" tIns="0" rIns="0" bIns="0" anchor="b" anchorCtr="0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Closing slide</a:t>
            </a:r>
          </a:p>
        </p:txBody>
      </p:sp>
      <p:pic>
        <p:nvPicPr>
          <p:cNvPr id="1184" name="Google Shape;1184;p143" descr="Arizona State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9057" y="2089015"/>
            <a:ext cx="3772425" cy="10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026 Official ASU presentation template (from Enterprise Brand Strategy and Management)">
  <a:themeElements>
    <a:clrScheme name="Simple Light">
      <a:dk1>
        <a:srgbClr val="191919"/>
      </a:dk1>
      <a:lt1>
        <a:srgbClr val="FFFFFF"/>
      </a:lt1>
      <a:dk2>
        <a:srgbClr val="747474"/>
      </a:dk2>
      <a:lt2>
        <a:srgbClr val="E8E8E8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8C1D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Macintosh PowerPoint</Application>
  <PresentationFormat>On-screen Show (16:9)</PresentationFormat>
  <Paragraphs>95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2026 Official ASU presentation template (from Enterprise Brand Strategy and Management)</vt:lpstr>
      <vt:lpstr>2026 Official ASU  presentation template</vt:lpstr>
      <vt:lpstr>What’s new in the 2026 template</vt:lpstr>
      <vt:lpstr>How to use  this template</vt:lpstr>
      <vt:lpstr>More layouts, more tools, more graphics</vt:lpstr>
      <vt:lpstr>Green = Content safe zone</vt:lpstr>
      <vt:lpstr>Basic presentation template</vt:lpstr>
      <vt:lpstr>Presentation or report title goes here</vt:lpstr>
      <vt:lpstr>Name</vt:lpstr>
      <vt:lpstr>Today’s agenda</vt:lpstr>
      <vt:lpstr>Section title goes here</vt:lpstr>
      <vt:lpstr>Slide title</vt:lpstr>
      <vt:lpstr>Slide title</vt:lpstr>
      <vt:lpstr>Slide title</vt:lpstr>
      <vt:lpstr>Subsection title goes here</vt:lpstr>
      <vt:lpstr>10</vt:lpstr>
      <vt:lpstr>Insert quote or highlighted statement here.</vt:lpstr>
      <vt:lpstr>Thank you</vt:lpstr>
      <vt:lpstr>Closing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Alysia Albrecht</cp:lastModifiedBy>
  <cp:revision>1</cp:revision>
  <dcterms:modified xsi:type="dcterms:W3CDTF">2026-01-15T22:45:50Z</dcterms:modified>
</cp:coreProperties>
</file>