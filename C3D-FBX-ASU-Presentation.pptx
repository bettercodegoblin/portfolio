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191919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191919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191919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191919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191919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191919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191919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191919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191919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191919"/>
        </a:fontRef>
        <a:srgbClr val="191919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ACB"/>
          </a:solidFill>
        </a:fill>
      </a:tcStyle>
    </a:wholeTbl>
    <a:band2H>
      <a:tcTxStyle b="def" i="def"/>
      <a:tcStyle>
        <a:tcBdr/>
        <a:fill>
          <a:solidFill>
            <a:srgbClr val="FFF5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191919"/>
        </a:fontRef>
        <a:srgbClr val="191919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E8CB"/>
          </a:solidFill>
        </a:fill>
      </a:tcStyle>
    </a:wholeTbl>
    <a:band2H>
      <a:tcTxStyle b="def" i="def"/>
      <a:tcStyle>
        <a:tcBdr/>
        <a:fill>
          <a:solidFill>
            <a:srgbClr val="EBF4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191919"/>
        </a:fontRef>
        <a:srgbClr val="191919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CCCCC"/>
          </a:solidFill>
        </a:fill>
      </a:tcStyle>
    </a:wholeTbl>
    <a:band2H>
      <a:tcTxStyle b="def" i="def"/>
      <a:tcStyle>
        <a:tcBdr/>
        <a:fill>
          <a:solidFill>
            <a:srgbClr val="F6E7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191919"/>
        </a:fontRef>
        <a:srgbClr val="191919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7E7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191919"/>
        </a:fontRef>
        <a:srgbClr val="191919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191919"/>
              </a:solidFill>
              <a:prstDash val="solid"/>
              <a:round/>
            </a:ln>
          </a:top>
          <a:bottom>
            <a:ln w="25400" cap="flat">
              <a:solidFill>
                <a:srgbClr val="191919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191919"/>
              </a:solidFill>
              <a:prstDash val="solid"/>
              <a:round/>
            </a:ln>
          </a:top>
          <a:bottom>
            <a:ln w="25400" cap="flat">
              <a:solidFill>
                <a:srgbClr val="191919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191919"/>
        </a:fontRef>
        <a:srgbClr val="191919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CBCB"/>
          </a:solidFill>
        </a:fill>
      </a:tcStyle>
    </a:wholeTbl>
    <a:band2H>
      <a:tcTxStyle b="def" i="def"/>
      <a:tcStyle>
        <a:tcBdr/>
        <a:fill>
          <a:solidFill>
            <a:srgbClr val="E7E7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91919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91919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91919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191919"/>
        </a:fontRef>
        <a:srgbClr val="191919"/>
      </a:tcTxStyle>
      <a:tcStyle>
        <a:tcBdr>
          <a:left>
            <a:ln w="12700" cap="flat">
              <a:solidFill>
                <a:srgbClr val="191919"/>
              </a:solidFill>
              <a:prstDash val="solid"/>
              <a:round/>
            </a:ln>
          </a:left>
          <a:right>
            <a:ln w="12700" cap="flat">
              <a:solidFill>
                <a:srgbClr val="191919"/>
              </a:solidFill>
              <a:prstDash val="solid"/>
              <a:round/>
            </a:ln>
          </a:right>
          <a:top>
            <a:ln w="12700" cap="flat">
              <a:solidFill>
                <a:srgbClr val="191919"/>
              </a:solidFill>
              <a:prstDash val="solid"/>
              <a:round/>
            </a:ln>
          </a:top>
          <a:bottom>
            <a:ln w="12700" cap="flat">
              <a:solidFill>
                <a:srgbClr val="191919"/>
              </a:solidFill>
              <a:prstDash val="solid"/>
              <a:round/>
            </a:ln>
          </a:bottom>
          <a:insideH>
            <a:ln w="12700" cap="flat">
              <a:solidFill>
                <a:srgbClr val="191919"/>
              </a:solidFill>
              <a:prstDash val="solid"/>
              <a:round/>
            </a:ln>
          </a:insideH>
          <a:insideV>
            <a:ln w="12700" cap="flat">
              <a:solidFill>
                <a:srgbClr val="191919"/>
              </a:solidFill>
              <a:prstDash val="solid"/>
              <a:round/>
            </a:ln>
          </a:insideV>
        </a:tcBdr>
        <a:fill>
          <a:solidFill>
            <a:srgbClr val="191919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191919"/>
        </a:fontRef>
        <a:srgbClr val="191919"/>
      </a:tcTxStyle>
      <a:tcStyle>
        <a:tcBdr>
          <a:left>
            <a:ln w="12700" cap="flat">
              <a:solidFill>
                <a:srgbClr val="191919"/>
              </a:solidFill>
              <a:prstDash val="solid"/>
              <a:round/>
            </a:ln>
          </a:left>
          <a:right>
            <a:ln w="12700" cap="flat">
              <a:solidFill>
                <a:srgbClr val="191919"/>
              </a:solidFill>
              <a:prstDash val="solid"/>
              <a:round/>
            </a:ln>
          </a:right>
          <a:top>
            <a:ln w="12700" cap="flat">
              <a:solidFill>
                <a:srgbClr val="191919"/>
              </a:solidFill>
              <a:prstDash val="solid"/>
              <a:round/>
            </a:ln>
          </a:top>
          <a:bottom>
            <a:ln w="12700" cap="flat">
              <a:solidFill>
                <a:srgbClr val="191919"/>
              </a:solidFill>
              <a:prstDash val="solid"/>
              <a:round/>
            </a:ln>
          </a:bottom>
          <a:insideH>
            <a:ln w="12700" cap="flat">
              <a:solidFill>
                <a:srgbClr val="191919"/>
              </a:solidFill>
              <a:prstDash val="solid"/>
              <a:round/>
            </a:ln>
          </a:insideH>
          <a:insideV>
            <a:ln w="12700" cap="flat">
              <a:solidFill>
                <a:srgbClr val="191919"/>
              </a:solidFill>
              <a:prstDash val="solid"/>
              <a:round/>
            </a:ln>
          </a:insideV>
        </a:tcBdr>
        <a:fill>
          <a:solidFill>
            <a:srgbClr val="191919">
              <a:alpha val="20000"/>
            </a:srgbClr>
          </a:solidFill>
        </a:fill>
      </a:tcStyle>
    </a:firstCol>
    <a:lastRow>
      <a:tcTxStyle b="on" i="off">
        <a:fontRef idx="major">
          <a:srgbClr val="191919"/>
        </a:fontRef>
        <a:srgbClr val="191919"/>
      </a:tcTxStyle>
      <a:tcStyle>
        <a:tcBdr>
          <a:left>
            <a:ln w="12700" cap="flat">
              <a:solidFill>
                <a:srgbClr val="191919"/>
              </a:solidFill>
              <a:prstDash val="solid"/>
              <a:round/>
            </a:ln>
          </a:left>
          <a:right>
            <a:ln w="12700" cap="flat">
              <a:solidFill>
                <a:srgbClr val="191919"/>
              </a:solidFill>
              <a:prstDash val="solid"/>
              <a:round/>
            </a:ln>
          </a:right>
          <a:top>
            <a:ln w="50800" cap="flat">
              <a:solidFill>
                <a:srgbClr val="191919"/>
              </a:solidFill>
              <a:prstDash val="solid"/>
              <a:round/>
            </a:ln>
          </a:top>
          <a:bottom>
            <a:ln w="12700" cap="flat">
              <a:solidFill>
                <a:srgbClr val="191919"/>
              </a:solidFill>
              <a:prstDash val="solid"/>
              <a:round/>
            </a:ln>
          </a:bottom>
          <a:insideH>
            <a:ln w="12700" cap="flat">
              <a:solidFill>
                <a:srgbClr val="191919"/>
              </a:solidFill>
              <a:prstDash val="solid"/>
              <a:round/>
            </a:ln>
          </a:insideH>
          <a:insideV>
            <a:ln w="12700" cap="flat">
              <a:solidFill>
                <a:srgbClr val="191919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191919"/>
        </a:fontRef>
        <a:srgbClr val="191919"/>
      </a:tcTxStyle>
      <a:tcStyle>
        <a:tcBdr>
          <a:left>
            <a:ln w="12700" cap="flat">
              <a:solidFill>
                <a:srgbClr val="191919"/>
              </a:solidFill>
              <a:prstDash val="solid"/>
              <a:round/>
            </a:ln>
          </a:left>
          <a:right>
            <a:ln w="12700" cap="flat">
              <a:solidFill>
                <a:srgbClr val="191919"/>
              </a:solidFill>
              <a:prstDash val="solid"/>
              <a:round/>
            </a:ln>
          </a:right>
          <a:top>
            <a:ln w="12700" cap="flat">
              <a:solidFill>
                <a:srgbClr val="191919"/>
              </a:solidFill>
              <a:prstDash val="solid"/>
              <a:round/>
            </a:ln>
          </a:top>
          <a:bottom>
            <a:ln w="25400" cap="flat">
              <a:solidFill>
                <a:srgbClr val="191919"/>
              </a:solidFill>
              <a:prstDash val="solid"/>
              <a:round/>
            </a:ln>
          </a:bottom>
          <a:insideH>
            <a:ln w="12700" cap="flat">
              <a:solidFill>
                <a:srgbClr val="191919"/>
              </a:solidFill>
              <a:prstDash val="solid"/>
              <a:round/>
            </a:ln>
          </a:insideH>
          <a:insideV>
            <a:ln w="12700" cap="flat">
              <a:solidFill>
                <a:srgbClr val="191919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1" name="Shape 22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292" name="Shape 22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_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38"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3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4" name="Google Shape;20;p3"/>
          <p:cNvSpPr/>
          <p:nvPr/>
        </p:nvSpPr>
        <p:spPr>
          <a:xfrm>
            <a:off x="-1" y="0"/>
            <a:ext cx="2168402" cy="5143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4035" y="0"/>
                </a:lnTo>
                <a:lnTo>
                  <a:pt x="14035" y="9662"/>
                </a:lnTo>
                <a:lnTo>
                  <a:pt x="16200" y="9662"/>
                </a:lnTo>
                <a:lnTo>
                  <a:pt x="16200" y="8523"/>
                </a:lnTo>
                <a:lnTo>
                  <a:pt x="21600" y="10800"/>
                </a:lnTo>
                <a:lnTo>
                  <a:pt x="16200" y="13077"/>
                </a:lnTo>
                <a:lnTo>
                  <a:pt x="16200" y="11938"/>
                </a:lnTo>
                <a:lnTo>
                  <a:pt x="14035" y="11938"/>
                </a:lnTo>
                <a:lnTo>
                  <a:pt x="14035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5" name="Google Shape;21;p3"/>
          <p:cNvSpPr txBox="1"/>
          <p:nvPr/>
        </p:nvSpPr>
        <p:spPr>
          <a:xfrm>
            <a:off x="2294950" y="796508"/>
            <a:ext cx="6635699" cy="35779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80000"/>
              </a:lnSpc>
              <a:defRPr b="1" sz="6000">
                <a:solidFill>
                  <a:srgbClr val="000000"/>
                </a:solidFill>
              </a:defRPr>
            </a:pPr>
            <a:r>
              <a:t>Find more ASU layouts, graphics and tools:</a:t>
            </a:r>
          </a:p>
          <a:p>
            <a:pPr>
              <a:lnSpc>
                <a:spcPct val="80000"/>
              </a:lnSpc>
              <a:spcBef>
                <a:spcPts val="3500"/>
              </a:spcBef>
              <a:defRPr b="1" sz="4000"/>
            </a:pPr>
            <a:r>
              <a:t>https://links.asu.edu/</a:t>
            </a:r>
            <a:br/>
            <a:r>
              <a:t>official-presentation-toolkit</a:t>
            </a:r>
          </a:p>
        </p:txBody>
      </p:sp>
      <p:sp>
        <p:nvSpPr>
          <p:cNvPr id="36" name="Google Shape;22;p3"/>
          <p:cNvSpPr/>
          <p:nvPr/>
        </p:nvSpPr>
        <p:spPr>
          <a:xfrm>
            <a:off x="-387976" y="41665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4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4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4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4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0" name="Google Shape;24;p4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5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6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6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6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6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64" name="Google Shape;26;p5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65" name="Google Shape;27;p5" descr="Google Shape;27;p5"/>
          <p:cNvPicPr>
            <a:picLocks noChangeAspect="1"/>
          </p:cNvPicPr>
          <p:nvPr/>
        </p:nvPicPr>
        <p:blipFill>
          <a:blip r:embed="rId3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74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5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76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8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9" name="Body Level One…"/>
          <p:cNvSpPr txBox="1"/>
          <p:nvPr>
            <p:ph type="body" idx="1"/>
          </p:nvPr>
        </p:nvSpPr>
        <p:spPr>
          <a:xfrm>
            <a:off x="338324" y="1095050"/>
            <a:ext cx="8467202" cy="3278700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0" name="Title Text"/>
          <p:cNvSpPr txBox="1"/>
          <p:nvPr>
            <p:ph type="title"/>
          </p:nvPr>
        </p:nvSpPr>
        <p:spPr>
          <a:xfrm>
            <a:off x="338324" y="320049"/>
            <a:ext cx="84672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36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8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9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94" name="Google Shape;32;p7" descr="Google Shape;32;p7"/>
          <p:cNvPicPr>
            <a:picLocks noChangeAspect="1"/>
          </p:cNvPicPr>
          <p:nvPr/>
        </p:nvPicPr>
        <p:blipFill>
          <a:blip r:embed="rId3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Body Level One…"/>
          <p:cNvSpPr txBox="1"/>
          <p:nvPr>
            <p:ph type="body" idx="1"/>
          </p:nvPr>
        </p:nvSpPr>
        <p:spPr>
          <a:xfrm>
            <a:off x="338324" y="1095050"/>
            <a:ext cx="8467202" cy="3278700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6" name="Title Text"/>
          <p:cNvSpPr txBox="1"/>
          <p:nvPr>
            <p:ph type="title"/>
          </p:nvPr>
        </p:nvSpPr>
        <p:spPr>
          <a:xfrm>
            <a:off x="338324" y="320049"/>
            <a:ext cx="84672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1_2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0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0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0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0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10" name="Google Shape;37;p8"/>
          <p:cNvSpPr txBox="1"/>
          <p:nvPr/>
        </p:nvSpPr>
        <p:spPr>
          <a:xfrm>
            <a:off x="2577574" y="2066007"/>
            <a:ext cx="6228002" cy="10114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0000"/>
              </a:lnSpc>
              <a:defRPr b="1" sz="7200">
                <a:solidFill>
                  <a:srgbClr val="FFFFFF"/>
                </a:solidFill>
              </a:defRPr>
            </a:lvl1pPr>
          </a:lstStyle>
          <a:p>
            <a:pPr/>
            <a:r>
              <a:t>Opening title</a:t>
            </a:r>
          </a:p>
        </p:txBody>
      </p:sp>
      <p:sp>
        <p:nvSpPr>
          <p:cNvPr id="111" name="Google Shape;38;p8"/>
          <p:cNvSpPr/>
          <p:nvPr/>
        </p:nvSpPr>
        <p:spPr>
          <a:xfrm>
            <a:off x="-1" y="0"/>
            <a:ext cx="2168402" cy="5143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4035" y="0"/>
                </a:lnTo>
                <a:lnTo>
                  <a:pt x="14035" y="9662"/>
                </a:lnTo>
                <a:lnTo>
                  <a:pt x="16200" y="9662"/>
                </a:lnTo>
                <a:lnTo>
                  <a:pt x="16200" y="8523"/>
                </a:lnTo>
                <a:lnTo>
                  <a:pt x="21600" y="10800"/>
                </a:lnTo>
                <a:lnTo>
                  <a:pt x="16200" y="13077"/>
                </a:lnTo>
                <a:lnTo>
                  <a:pt x="16200" y="11938"/>
                </a:lnTo>
                <a:lnTo>
                  <a:pt x="14035" y="11938"/>
                </a:lnTo>
                <a:lnTo>
                  <a:pt x="14035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2" name="Google Shape;39;p8"/>
          <p:cNvSpPr/>
          <p:nvPr/>
        </p:nvSpPr>
        <p:spPr>
          <a:xfrm>
            <a:off x="-387976" y="41665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2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2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6" name="Title Text"/>
          <p:cNvSpPr txBox="1"/>
          <p:nvPr>
            <p:ph type="title"/>
          </p:nvPr>
        </p:nvSpPr>
        <p:spPr>
          <a:xfrm>
            <a:off x="338324" y="892299"/>
            <a:ext cx="8467502" cy="2538902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27" name="Body Level One…"/>
          <p:cNvSpPr txBox="1"/>
          <p:nvPr>
            <p:ph type="body" sz="quarter" idx="1"/>
          </p:nvPr>
        </p:nvSpPr>
        <p:spPr>
          <a:xfrm>
            <a:off x="338324" y="3431249"/>
            <a:ext cx="4279202" cy="440101"/>
          </a:xfrm>
          <a:prstGeom prst="rect">
            <a:avLst/>
          </a:prstGeom>
        </p:spPr>
        <p:txBody>
          <a:bodyPr/>
          <a:lstStyle>
            <a:lvl1pPr marL="342900" indent="-228600">
              <a:lnSpc>
                <a:spcPct val="100000"/>
              </a:lnSpc>
              <a:buClrTx/>
              <a:buSzTx/>
              <a:buFontTx/>
              <a:buNone/>
              <a:defRPr b="1" sz="1400"/>
            </a:lvl1pPr>
            <a:lvl2pPr marL="342900" indent="254000">
              <a:lnSpc>
                <a:spcPct val="100000"/>
              </a:lnSpc>
              <a:buClrTx/>
              <a:buSzTx/>
              <a:buFontTx/>
              <a:buNone/>
              <a:defRPr b="1" sz="1400"/>
            </a:lvl2pPr>
            <a:lvl3pPr marL="342900" indent="723900">
              <a:lnSpc>
                <a:spcPct val="100000"/>
              </a:lnSpc>
              <a:buClrTx/>
              <a:buSzTx/>
              <a:buFontTx/>
              <a:buNone/>
              <a:defRPr b="1" sz="1400"/>
            </a:lvl3pPr>
            <a:lvl4pPr marL="342900" indent="1193800">
              <a:lnSpc>
                <a:spcPct val="100000"/>
              </a:lnSpc>
              <a:buClrTx/>
              <a:buSzTx/>
              <a:buFontTx/>
              <a:buNone/>
              <a:defRPr b="1" sz="1400"/>
            </a:lvl4pPr>
            <a:lvl5pPr marL="342900" indent="1651000">
              <a:lnSpc>
                <a:spcPct val="100000"/>
              </a:lnSpc>
              <a:buClrTx/>
              <a:buSzTx/>
              <a:buFontTx/>
              <a:buNone/>
              <a:defRPr b="1"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8" name="Google Shape;43;p9"/>
          <p:cNvSpPr txBox="1"/>
          <p:nvPr>
            <p:ph type="body" sz="quarter" idx="21"/>
          </p:nvPr>
        </p:nvSpPr>
        <p:spPr>
          <a:xfrm>
            <a:off x="5007500" y="4176350"/>
            <a:ext cx="3798301" cy="6744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29" name="Google Shape;44;p9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30" name="Google Shape;45;p9" descr="Google Shape;45;p9"/>
          <p:cNvPicPr>
            <a:picLocks noChangeAspect="1"/>
          </p:cNvPicPr>
          <p:nvPr/>
        </p:nvPicPr>
        <p:blipFill>
          <a:blip r:embed="rId3">
            <a:extLst/>
          </a:blip>
          <a:srcRect l="3993" t="13045" r="2039" b="14158"/>
          <a:stretch>
            <a:fillRect/>
          </a:stretch>
        </p:blipFill>
        <p:spPr>
          <a:xfrm>
            <a:off x="237878" y="204977"/>
            <a:ext cx="3224751" cy="693402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0_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4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4" name="Body Level One…"/>
          <p:cNvSpPr txBox="1"/>
          <p:nvPr>
            <p:ph type="body" sz="quarter" idx="1"/>
          </p:nvPr>
        </p:nvSpPr>
        <p:spPr>
          <a:xfrm>
            <a:off x="4617599" y="3871400"/>
            <a:ext cx="4188002" cy="9795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5" name="Title Text"/>
          <p:cNvSpPr txBox="1"/>
          <p:nvPr>
            <p:ph type="title"/>
          </p:nvPr>
        </p:nvSpPr>
        <p:spPr>
          <a:xfrm>
            <a:off x="342900" y="1297749"/>
            <a:ext cx="8458200" cy="2335802"/>
          </a:xfrm>
          <a:prstGeom prst="rect">
            <a:avLst/>
          </a:prstGeom>
          <a:solidFill>
            <a:srgbClr val="FFFFFF"/>
          </a:solidFill>
        </p:spPr>
        <p:txBody>
          <a:bodyPr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46" name="Google Shape;50;p10"/>
          <p:cNvSpPr/>
          <p:nvPr/>
        </p:nvSpPr>
        <p:spPr>
          <a:xfrm>
            <a:off x="-346026" y="4340400"/>
            <a:ext cx="267302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47" name="Google Shape;51;p10" descr="Google Shape;51;p10"/>
          <p:cNvPicPr>
            <a:picLocks noChangeAspect="1"/>
          </p:cNvPicPr>
          <p:nvPr/>
        </p:nvPicPr>
        <p:blipFill>
          <a:blip r:embed="rId3">
            <a:extLst/>
          </a:blip>
          <a:srcRect l="3993" t="13045" r="2039" b="14158"/>
          <a:stretch>
            <a:fillRect/>
          </a:stretch>
        </p:blipFill>
        <p:spPr>
          <a:xfrm>
            <a:off x="245248" y="4257600"/>
            <a:ext cx="3224751" cy="693402"/>
          </a:xfrm>
          <a:prstGeom prst="rect">
            <a:avLst/>
          </a:prstGeom>
          <a:ln w="12700">
            <a:miter lim="400000"/>
          </a:ln>
        </p:spPr>
      </p:pic>
      <p:sp>
        <p:nvSpPr>
          <p:cNvPr id="1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2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5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5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6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61" name="251117 YIR Spotify Wrapped_Network - Full page - Light_FINAL.pngGoogle Shape;53;p11" descr="251117 YIR Spotify Wrapped_Network - Full page - Light_FINAL.pngGoogle Shape;53;p11"/>
          <p:cNvPicPr>
            <a:picLocks noChangeAspect="1"/>
          </p:cNvPicPr>
          <p:nvPr/>
        </p:nvPicPr>
        <p:blipFill>
          <a:blip r:embed="rId3">
            <a:extLst/>
          </a:blip>
          <a:srcRect l="9" t="0" r="19" b="33302"/>
          <a:stretch>
            <a:fillRect/>
          </a:stretch>
        </p:blipFill>
        <p:spPr>
          <a:xfrm>
            <a:off x="-1" y="-1725"/>
            <a:ext cx="9143999" cy="3432975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Body Level One…"/>
          <p:cNvSpPr txBox="1"/>
          <p:nvPr>
            <p:ph type="body" sz="quarter" idx="1"/>
          </p:nvPr>
        </p:nvSpPr>
        <p:spPr>
          <a:xfrm>
            <a:off x="5007500" y="3871400"/>
            <a:ext cx="3798001" cy="9795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3" name="Google Shape;55;p11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4" name="Title Text"/>
          <p:cNvSpPr txBox="1"/>
          <p:nvPr>
            <p:ph type="title"/>
          </p:nvPr>
        </p:nvSpPr>
        <p:spPr>
          <a:xfrm>
            <a:off x="338324" y="320045"/>
            <a:ext cx="8464501" cy="268800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Title Text</a:t>
            </a:r>
          </a:p>
        </p:txBody>
      </p:sp>
      <p:pic>
        <p:nvPicPr>
          <p:cNvPr id="165" name="Google Shape;58;p11" descr="Google Shape;58;p11"/>
          <p:cNvPicPr>
            <a:picLocks noChangeAspect="1"/>
          </p:cNvPicPr>
          <p:nvPr/>
        </p:nvPicPr>
        <p:blipFill>
          <a:blip r:embed="rId4">
            <a:extLst/>
          </a:blip>
          <a:srcRect l="3993" t="13045" r="2039" b="14158"/>
          <a:stretch>
            <a:fillRect/>
          </a:stretch>
        </p:blipFill>
        <p:spPr>
          <a:xfrm>
            <a:off x="245248" y="4257600"/>
            <a:ext cx="3224751" cy="693402"/>
          </a:xfrm>
          <a:prstGeom prst="rect">
            <a:avLst/>
          </a:prstGeom>
          <a:ln w="12700">
            <a:miter lim="400000"/>
          </a:ln>
        </p:spPr>
      </p:pic>
      <p:sp>
        <p:nvSpPr>
          <p:cNvPr id="16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2_1_2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74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5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76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77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8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9" name="Google Shape;60;p12"/>
          <p:cNvSpPr/>
          <p:nvPr>
            <p:ph type="pic" idx="21"/>
          </p:nvPr>
        </p:nvSpPr>
        <p:spPr>
          <a:xfrm>
            <a:off x="0" y="-9226"/>
            <a:ext cx="9153301" cy="29883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80" name="Google Shape;61;p12"/>
          <p:cNvSpPr/>
          <p:nvPr/>
        </p:nvSpPr>
        <p:spPr>
          <a:xfrm>
            <a:off x="336449" y="2295050"/>
            <a:ext cx="8469302" cy="11364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1" name="Title Text"/>
          <p:cNvSpPr txBox="1"/>
          <p:nvPr>
            <p:ph type="title"/>
          </p:nvPr>
        </p:nvSpPr>
        <p:spPr>
          <a:xfrm>
            <a:off x="342900" y="2294926"/>
            <a:ext cx="8458200" cy="1136401"/>
          </a:xfrm>
          <a:prstGeom prst="rect">
            <a:avLst/>
          </a:prstGeom>
          <a:solidFill>
            <a:srgbClr val="FFFFFF"/>
          </a:solidFill>
        </p:spPr>
        <p:txBody>
          <a:bodyPr/>
          <a:lstStyle>
            <a:lvl1pPr>
              <a:defRPr sz="4800"/>
            </a:lvl1pPr>
          </a:lstStyle>
          <a:p>
            <a:pPr/>
            <a:r>
              <a:t>Title Text</a:t>
            </a:r>
          </a:p>
        </p:txBody>
      </p:sp>
      <p:sp>
        <p:nvSpPr>
          <p:cNvPr id="182" name="Body Level One…"/>
          <p:cNvSpPr txBox="1"/>
          <p:nvPr>
            <p:ph type="body" sz="quarter" idx="1"/>
          </p:nvPr>
        </p:nvSpPr>
        <p:spPr>
          <a:xfrm>
            <a:off x="5007500" y="3871400"/>
            <a:ext cx="3798001" cy="5043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3" name="Google Shape;65;p12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84" name="Google Shape;66;p12" descr="Google Shape;66;p12"/>
          <p:cNvPicPr>
            <a:picLocks noChangeAspect="1"/>
          </p:cNvPicPr>
          <p:nvPr/>
        </p:nvPicPr>
        <p:blipFill>
          <a:blip r:embed="rId3">
            <a:extLst/>
          </a:blip>
          <a:srcRect l="3993" t="13045" r="2039" b="14158"/>
          <a:stretch>
            <a:fillRect/>
          </a:stretch>
        </p:blipFill>
        <p:spPr>
          <a:xfrm>
            <a:off x="245248" y="4257600"/>
            <a:ext cx="3224751" cy="693402"/>
          </a:xfrm>
          <a:prstGeom prst="rect">
            <a:avLst/>
          </a:prstGeom>
          <a:ln w="12700">
            <a:miter lim="400000"/>
          </a:ln>
        </p:spPr>
      </p:pic>
      <p:sp>
        <p:nvSpPr>
          <p:cNvPr id="1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1_1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9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9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9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98" name="Google Shape;68;p13"/>
          <p:cNvSpPr txBox="1"/>
          <p:nvPr/>
        </p:nvSpPr>
        <p:spPr>
          <a:xfrm>
            <a:off x="2577574" y="655680"/>
            <a:ext cx="6228002" cy="3832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90000"/>
              </a:lnSpc>
              <a:defRPr b="1" sz="7200">
                <a:solidFill>
                  <a:srgbClr val="FFFFFF"/>
                </a:solidFill>
              </a:defRPr>
            </a:pPr>
            <a:r>
              <a:t>Agenda, schedule, </a:t>
            </a:r>
            <a:br/>
            <a:r>
              <a:t>table of contents</a:t>
            </a:r>
          </a:p>
        </p:txBody>
      </p:sp>
      <p:sp>
        <p:nvSpPr>
          <p:cNvPr id="199" name="Google Shape;69;p13"/>
          <p:cNvSpPr/>
          <p:nvPr/>
        </p:nvSpPr>
        <p:spPr>
          <a:xfrm>
            <a:off x="-1" y="0"/>
            <a:ext cx="2168402" cy="5143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4035" y="0"/>
                </a:lnTo>
                <a:lnTo>
                  <a:pt x="14035" y="9662"/>
                </a:lnTo>
                <a:lnTo>
                  <a:pt x="16200" y="9662"/>
                </a:lnTo>
                <a:lnTo>
                  <a:pt x="16200" y="8523"/>
                </a:lnTo>
                <a:lnTo>
                  <a:pt x="21600" y="10800"/>
                </a:lnTo>
                <a:lnTo>
                  <a:pt x="16200" y="13077"/>
                </a:lnTo>
                <a:lnTo>
                  <a:pt x="16200" y="11938"/>
                </a:lnTo>
                <a:lnTo>
                  <a:pt x="14035" y="11938"/>
                </a:lnTo>
                <a:lnTo>
                  <a:pt x="14035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0" name="Google Shape;70;p13"/>
          <p:cNvSpPr/>
          <p:nvPr/>
        </p:nvSpPr>
        <p:spPr>
          <a:xfrm>
            <a:off x="9187650" y="41987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1" name="Google Shape;71;p13"/>
          <p:cNvSpPr/>
          <p:nvPr/>
        </p:nvSpPr>
        <p:spPr>
          <a:xfrm>
            <a:off x="-387976" y="41665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0_1_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10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1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12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13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14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15" name="Google Shape;73;p14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6" name="Title Text"/>
          <p:cNvSpPr txBox="1"/>
          <p:nvPr>
            <p:ph type="title"/>
          </p:nvPr>
        </p:nvSpPr>
        <p:spPr>
          <a:xfrm>
            <a:off x="335424" y="320125"/>
            <a:ext cx="3115801" cy="4530600"/>
          </a:xfrm>
          <a:prstGeom prst="rect">
            <a:avLst/>
          </a:prstGeom>
        </p:spPr>
        <p:txBody>
          <a:bodyPr anchor="ctr"/>
          <a:lstStyle>
            <a:lvl1pPr algn="r"/>
          </a:lstStyle>
          <a:p>
            <a:pPr/>
            <a:r>
              <a:t>Title Text</a:t>
            </a:r>
          </a:p>
        </p:txBody>
      </p:sp>
      <p:sp>
        <p:nvSpPr>
          <p:cNvPr id="217" name="Google Shape;75;p14"/>
          <p:cNvSpPr/>
          <p:nvPr/>
        </p:nvSpPr>
        <p:spPr>
          <a:xfrm>
            <a:off x="3787025" y="1830575"/>
            <a:ext cx="1" cy="1515901"/>
          </a:xfrm>
          <a:prstGeom prst="line">
            <a:avLst/>
          </a:prstGeom>
          <a:ln w="762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8" name="Body Level One…"/>
          <p:cNvSpPr txBox="1"/>
          <p:nvPr>
            <p:ph type="body" idx="1"/>
          </p:nvPr>
        </p:nvSpPr>
        <p:spPr>
          <a:xfrm>
            <a:off x="4197100" y="320049"/>
            <a:ext cx="4608601" cy="4530601"/>
          </a:xfrm>
          <a:prstGeom prst="rect">
            <a:avLst/>
          </a:prstGeom>
        </p:spPr>
        <p:txBody>
          <a:bodyPr anchor="ctr"/>
          <a:lstStyle>
            <a:lvl1pPr>
              <a:spcBef>
                <a:spcPts val="800"/>
              </a:spcBef>
              <a:buClr>
                <a:srgbClr val="191919"/>
              </a:buClr>
            </a:lvl1pPr>
            <a:lvl2pPr>
              <a:spcBef>
                <a:spcPts val="800"/>
              </a:spcBef>
              <a:buClr>
                <a:srgbClr val="191919"/>
              </a:buClr>
            </a:lvl2pPr>
            <a:lvl3pPr>
              <a:spcBef>
                <a:spcPts val="800"/>
              </a:spcBef>
              <a:buClr>
                <a:srgbClr val="191919"/>
              </a:buClr>
            </a:lvl3pPr>
            <a:lvl4pPr>
              <a:spcBef>
                <a:spcPts val="800"/>
              </a:spcBef>
              <a:buClr>
                <a:srgbClr val="191919"/>
              </a:buClr>
            </a:lvl4pPr>
            <a:lvl5pPr>
              <a:spcBef>
                <a:spcPts val="800"/>
              </a:spcBef>
              <a:buClr>
                <a:srgbClr val="191919"/>
              </a:buCl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0_1_3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27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8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29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30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31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32" name="Title Text"/>
          <p:cNvSpPr txBox="1"/>
          <p:nvPr>
            <p:ph type="title"/>
          </p:nvPr>
        </p:nvSpPr>
        <p:spPr>
          <a:xfrm>
            <a:off x="338324" y="320049"/>
            <a:ext cx="2239201" cy="4530902"/>
          </a:xfrm>
          <a:prstGeom prst="rect">
            <a:avLst/>
          </a:prstGeom>
        </p:spPr>
        <p:txBody>
          <a:bodyPr anchor="ctr"/>
          <a:lstStyle>
            <a:lvl1pPr algn="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33" name="Body Level One…"/>
          <p:cNvSpPr txBox="1"/>
          <p:nvPr>
            <p:ph type="body" idx="1"/>
          </p:nvPr>
        </p:nvSpPr>
        <p:spPr>
          <a:xfrm>
            <a:off x="4526400" y="320049"/>
            <a:ext cx="4278901" cy="4530902"/>
          </a:xfrm>
          <a:prstGeom prst="rect">
            <a:avLst/>
          </a:prstGeom>
        </p:spPr>
        <p:txBody>
          <a:bodyPr anchor="ctr"/>
          <a:lstStyle>
            <a:lvl1pPr>
              <a:buClr>
                <a:schemeClr val="accent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4" name="Google Shape;80;p15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35" name="bracket-regular.pngGoogle Shape;81;p15" descr="bracket-regular.pngGoogle Shape;81;p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 rot="10800000">
            <a:off x="3056875" y="1299641"/>
            <a:ext cx="944644" cy="2571718"/>
          </a:xfrm>
          <a:prstGeom prst="rect">
            <a:avLst/>
          </a:prstGeom>
          <a:ln w="12700">
            <a:miter lim="400000"/>
          </a:ln>
        </p:spPr>
      </p:pic>
      <p:sp>
        <p:nvSpPr>
          <p:cNvPr id="23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1_1_1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44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5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46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47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48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49" name="Google Shape;83;p16"/>
          <p:cNvSpPr txBox="1"/>
          <p:nvPr/>
        </p:nvSpPr>
        <p:spPr>
          <a:xfrm>
            <a:off x="2577574" y="1595881"/>
            <a:ext cx="6228002" cy="1951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90000"/>
              </a:lnSpc>
              <a:defRPr b="1" sz="7200">
                <a:solidFill>
                  <a:srgbClr val="FFFFFF"/>
                </a:solidFill>
              </a:defRPr>
            </a:pPr>
            <a:r>
              <a:t>Presenters </a:t>
            </a:r>
          </a:p>
          <a:p>
            <a:pPr>
              <a:lnSpc>
                <a:spcPct val="90000"/>
              </a:lnSpc>
              <a:defRPr b="1" sz="7200">
                <a:solidFill>
                  <a:srgbClr val="FFFFFF"/>
                </a:solidFill>
              </a:defRPr>
            </a:pPr>
            <a:r>
              <a:t>and profiles</a:t>
            </a:r>
          </a:p>
        </p:txBody>
      </p:sp>
      <p:sp>
        <p:nvSpPr>
          <p:cNvPr id="250" name="Google Shape;84;p16"/>
          <p:cNvSpPr/>
          <p:nvPr/>
        </p:nvSpPr>
        <p:spPr>
          <a:xfrm>
            <a:off x="-1" y="0"/>
            <a:ext cx="2168402" cy="5143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4035" y="0"/>
                </a:lnTo>
                <a:lnTo>
                  <a:pt x="14035" y="9662"/>
                </a:lnTo>
                <a:lnTo>
                  <a:pt x="16200" y="9662"/>
                </a:lnTo>
                <a:lnTo>
                  <a:pt x="16200" y="8523"/>
                </a:lnTo>
                <a:lnTo>
                  <a:pt x="21600" y="10800"/>
                </a:lnTo>
                <a:lnTo>
                  <a:pt x="16200" y="13077"/>
                </a:lnTo>
                <a:lnTo>
                  <a:pt x="16200" y="11938"/>
                </a:lnTo>
                <a:lnTo>
                  <a:pt x="14035" y="11938"/>
                </a:lnTo>
                <a:lnTo>
                  <a:pt x="14035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51" name="Google Shape;85;p16"/>
          <p:cNvSpPr/>
          <p:nvPr/>
        </p:nvSpPr>
        <p:spPr>
          <a:xfrm>
            <a:off x="-387976" y="41665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5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2_1_1_1_1_2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60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61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62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63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64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65" name="Google Shape;87;p17"/>
          <p:cNvSpPr/>
          <p:nvPr>
            <p:ph type="pic" sz="quarter" idx="21"/>
          </p:nvPr>
        </p:nvSpPr>
        <p:spPr>
          <a:xfrm>
            <a:off x="338349" y="1300473"/>
            <a:ext cx="1586702" cy="1586702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66" name="Body Level One…"/>
          <p:cNvSpPr txBox="1"/>
          <p:nvPr>
            <p:ph type="body" sz="quarter" idx="1"/>
          </p:nvPr>
        </p:nvSpPr>
        <p:spPr>
          <a:xfrm>
            <a:off x="338350" y="3081525"/>
            <a:ext cx="2075701" cy="213901"/>
          </a:xfrm>
          <a:prstGeom prst="rect">
            <a:avLst/>
          </a:prstGeom>
        </p:spPr>
        <p:txBody>
          <a:bodyPr/>
          <a:lstStyle>
            <a:lvl1pPr indent="-317500">
              <a:lnSpc>
                <a:spcPct val="100000"/>
              </a:lnSpc>
              <a:buSzPts val="1400"/>
              <a:defRPr b="1" sz="1400">
                <a:solidFill>
                  <a:schemeClr val="accent2"/>
                </a:solidFill>
              </a:defRPr>
            </a:lvl1pPr>
            <a:lvl2pPr marL="914400" indent="-317500">
              <a:lnSpc>
                <a:spcPct val="100000"/>
              </a:lnSpc>
              <a:buSzPts val="1400"/>
              <a:defRPr b="1" sz="1400">
                <a:solidFill>
                  <a:schemeClr val="accent2"/>
                </a:solidFill>
              </a:defRPr>
            </a:lvl2pPr>
            <a:lvl3pPr marL="1371600" indent="-317500">
              <a:lnSpc>
                <a:spcPct val="100000"/>
              </a:lnSpc>
              <a:buSzPts val="1400"/>
              <a:defRPr b="1" sz="1400">
                <a:solidFill>
                  <a:schemeClr val="accent2"/>
                </a:solidFill>
              </a:defRPr>
            </a:lvl3pPr>
            <a:lvl4pPr marL="1828800" indent="-317500">
              <a:lnSpc>
                <a:spcPct val="100000"/>
              </a:lnSpc>
              <a:buSzPts val="1400"/>
              <a:defRPr b="1" sz="1400">
                <a:solidFill>
                  <a:schemeClr val="accent2"/>
                </a:solidFill>
              </a:defRPr>
            </a:lvl4pPr>
            <a:lvl5pPr marL="2286000" indent="-317500">
              <a:lnSpc>
                <a:spcPct val="100000"/>
              </a:lnSpc>
              <a:buSzPts val="1400"/>
              <a:defRPr b="1" sz="1400">
                <a:solidFill>
                  <a:schemeClr val="accent2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7" name="Google Shape;89;p17"/>
          <p:cNvSpPr/>
          <p:nvPr>
            <p:ph type="pic" sz="quarter" idx="22"/>
          </p:nvPr>
        </p:nvSpPr>
        <p:spPr>
          <a:xfrm>
            <a:off x="2470592" y="1300473"/>
            <a:ext cx="1586702" cy="1586702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68" name="Google Shape;90;p17"/>
          <p:cNvSpPr/>
          <p:nvPr>
            <p:ph type="pic" sz="quarter" idx="23"/>
          </p:nvPr>
        </p:nvSpPr>
        <p:spPr>
          <a:xfrm>
            <a:off x="4602836" y="1300473"/>
            <a:ext cx="1586701" cy="1586702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69" name="Google Shape;91;p17"/>
          <p:cNvSpPr/>
          <p:nvPr>
            <p:ph type="pic" sz="quarter" idx="24"/>
          </p:nvPr>
        </p:nvSpPr>
        <p:spPr>
          <a:xfrm>
            <a:off x="6726491" y="1300473"/>
            <a:ext cx="1586701" cy="1586702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70" name="Google Shape;92;p17"/>
          <p:cNvSpPr txBox="1"/>
          <p:nvPr>
            <p:ph type="body" sz="quarter" idx="25"/>
          </p:nvPr>
        </p:nvSpPr>
        <p:spPr>
          <a:xfrm>
            <a:off x="338349" y="3300900"/>
            <a:ext cx="2075702" cy="10728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271" name="Title Text"/>
          <p:cNvSpPr txBox="1"/>
          <p:nvPr>
            <p:ph type="title"/>
          </p:nvPr>
        </p:nvSpPr>
        <p:spPr>
          <a:xfrm>
            <a:off x="338324" y="326225"/>
            <a:ext cx="8467502" cy="382801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272" name="Google Shape;95;p17"/>
          <p:cNvSpPr txBox="1"/>
          <p:nvPr>
            <p:ph type="body" sz="quarter" idx="26"/>
          </p:nvPr>
        </p:nvSpPr>
        <p:spPr>
          <a:xfrm>
            <a:off x="2470592" y="3081525"/>
            <a:ext cx="2075702" cy="213901"/>
          </a:xfrm>
          <a:prstGeom prst="rect">
            <a:avLst/>
          </a:prstGeom>
        </p:spPr>
        <p:txBody>
          <a:bodyPr/>
          <a:lstStyle/>
          <a:p>
            <a:pPr indent="-317500">
              <a:lnSpc>
                <a:spcPct val="100000"/>
              </a:lnSpc>
              <a:buSzPts val="1400"/>
              <a:defRPr b="1" sz="1400">
                <a:solidFill>
                  <a:schemeClr val="accent2"/>
                </a:solidFill>
              </a:defRPr>
            </a:pPr>
          </a:p>
        </p:txBody>
      </p:sp>
      <p:sp>
        <p:nvSpPr>
          <p:cNvPr id="273" name="Google Shape;96;p17"/>
          <p:cNvSpPr txBox="1"/>
          <p:nvPr>
            <p:ph type="body" sz="quarter" idx="27"/>
          </p:nvPr>
        </p:nvSpPr>
        <p:spPr>
          <a:xfrm>
            <a:off x="2470594" y="3300900"/>
            <a:ext cx="2075701" cy="10728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274" name="Google Shape;97;p17"/>
          <p:cNvSpPr txBox="1"/>
          <p:nvPr>
            <p:ph type="body" sz="quarter" idx="28"/>
          </p:nvPr>
        </p:nvSpPr>
        <p:spPr>
          <a:xfrm>
            <a:off x="4602836" y="3081525"/>
            <a:ext cx="2075701" cy="213901"/>
          </a:xfrm>
          <a:prstGeom prst="rect">
            <a:avLst/>
          </a:prstGeom>
        </p:spPr>
        <p:txBody>
          <a:bodyPr/>
          <a:lstStyle/>
          <a:p>
            <a:pPr indent="-317500">
              <a:lnSpc>
                <a:spcPct val="100000"/>
              </a:lnSpc>
              <a:buSzPts val="1400"/>
              <a:defRPr b="1" sz="1400">
                <a:solidFill>
                  <a:schemeClr val="accent2"/>
                </a:solidFill>
              </a:defRPr>
            </a:pPr>
          </a:p>
        </p:txBody>
      </p:sp>
      <p:sp>
        <p:nvSpPr>
          <p:cNvPr id="275" name="Google Shape;98;p17"/>
          <p:cNvSpPr txBox="1"/>
          <p:nvPr>
            <p:ph type="body" sz="quarter" idx="29"/>
          </p:nvPr>
        </p:nvSpPr>
        <p:spPr>
          <a:xfrm>
            <a:off x="4602839" y="3300900"/>
            <a:ext cx="2075702" cy="10728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276" name="Google Shape;99;p17"/>
          <p:cNvSpPr txBox="1"/>
          <p:nvPr>
            <p:ph type="body" sz="quarter" idx="30"/>
          </p:nvPr>
        </p:nvSpPr>
        <p:spPr>
          <a:xfrm>
            <a:off x="6726491" y="3081525"/>
            <a:ext cx="2075701" cy="213901"/>
          </a:xfrm>
          <a:prstGeom prst="rect">
            <a:avLst/>
          </a:prstGeom>
        </p:spPr>
        <p:txBody>
          <a:bodyPr/>
          <a:lstStyle/>
          <a:p>
            <a:pPr indent="-317500">
              <a:lnSpc>
                <a:spcPct val="100000"/>
              </a:lnSpc>
              <a:buSzPts val="1400"/>
              <a:defRPr b="1" sz="1400">
                <a:solidFill>
                  <a:schemeClr val="accent2"/>
                </a:solidFill>
              </a:defRPr>
            </a:pPr>
          </a:p>
        </p:txBody>
      </p:sp>
      <p:sp>
        <p:nvSpPr>
          <p:cNvPr id="277" name="Google Shape;100;p17"/>
          <p:cNvSpPr txBox="1"/>
          <p:nvPr>
            <p:ph type="body" sz="quarter" idx="31"/>
          </p:nvPr>
        </p:nvSpPr>
        <p:spPr>
          <a:xfrm>
            <a:off x="6726497" y="3300900"/>
            <a:ext cx="2075701" cy="10728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27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2_1_1_1_1_2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8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8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8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8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9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91" name="Google Shape;102;p18"/>
          <p:cNvSpPr/>
          <p:nvPr>
            <p:ph type="pic" sz="quarter" idx="21"/>
          </p:nvPr>
        </p:nvSpPr>
        <p:spPr>
          <a:xfrm>
            <a:off x="343049" y="1104347"/>
            <a:ext cx="736501" cy="736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92" name="Body Level One…"/>
          <p:cNvSpPr txBox="1"/>
          <p:nvPr>
            <p:ph type="body" sz="quarter" idx="1"/>
          </p:nvPr>
        </p:nvSpPr>
        <p:spPr>
          <a:xfrm>
            <a:off x="343049" y="1928296"/>
            <a:ext cx="1941902" cy="213901"/>
          </a:xfrm>
          <a:prstGeom prst="rect">
            <a:avLst/>
          </a:prstGeom>
        </p:spPr>
        <p:txBody>
          <a:bodyPr/>
          <a:lstStyle>
            <a:lvl1pPr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lvl1pPr>
            <a:lvl2pPr marL="914400"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lvl2pPr>
            <a:lvl3pPr marL="1371600"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lvl3pPr>
            <a:lvl4pPr marL="1828800"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lvl4pPr>
            <a:lvl5pPr marL="2286000"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3" name="Google Shape;104;p18"/>
          <p:cNvSpPr/>
          <p:nvPr>
            <p:ph type="pic" sz="quarter" idx="22"/>
          </p:nvPr>
        </p:nvSpPr>
        <p:spPr>
          <a:xfrm>
            <a:off x="2469332" y="1104347"/>
            <a:ext cx="736501" cy="736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94" name="Google Shape;105;p18"/>
          <p:cNvSpPr/>
          <p:nvPr>
            <p:ph type="pic" sz="quarter" idx="23"/>
          </p:nvPr>
        </p:nvSpPr>
        <p:spPr>
          <a:xfrm>
            <a:off x="4617725" y="1104347"/>
            <a:ext cx="736501" cy="736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95" name="Google Shape;106;p18"/>
          <p:cNvSpPr/>
          <p:nvPr>
            <p:ph type="pic" sz="quarter" idx="24"/>
          </p:nvPr>
        </p:nvSpPr>
        <p:spPr>
          <a:xfrm>
            <a:off x="6819699" y="1104347"/>
            <a:ext cx="736501" cy="736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96" name="Google Shape;107;p18"/>
          <p:cNvSpPr/>
          <p:nvPr>
            <p:ph type="pic" sz="quarter" idx="25"/>
          </p:nvPr>
        </p:nvSpPr>
        <p:spPr>
          <a:xfrm>
            <a:off x="343049" y="2796215"/>
            <a:ext cx="736501" cy="736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97" name="Google Shape;108;p18"/>
          <p:cNvSpPr/>
          <p:nvPr>
            <p:ph type="pic" sz="quarter" idx="26"/>
          </p:nvPr>
        </p:nvSpPr>
        <p:spPr>
          <a:xfrm>
            <a:off x="2501932" y="2796215"/>
            <a:ext cx="736501" cy="736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98" name="Google Shape;109;p18"/>
          <p:cNvSpPr/>
          <p:nvPr>
            <p:ph type="pic" sz="quarter" idx="27"/>
          </p:nvPr>
        </p:nvSpPr>
        <p:spPr>
          <a:xfrm>
            <a:off x="4617725" y="2796215"/>
            <a:ext cx="736501" cy="736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99" name="Google Shape;110;p18"/>
          <p:cNvSpPr/>
          <p:nvPr>
            <p:ph type="pic" sz="quarter" idx="28"/>
          </p:nvPr>
        </p:nvSpPr>
        <p:spPr>
          <a:xfrm>
            <a:off x="6819699" y="2796215"/>
            <a:ext cx="736501" cy="736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00" name="Google Shape;111;p18"/>
          <p:cNvSpPr txBox="1"/>
          <p:nvPr>
            <p:ph type="body" sz="quarter" idx="29"/>
          </p:nvPr>
        </p:nvSpPr>
        <p:spPr>
          <a:xfrm>
            <a:off x="343049" y="2154503"/>
            <a:ext cx="1941902" cy="436501"/>
          </a:xfrm>
          <a:prstGeom prst="rect">
            <a:avLst/>
          </a:prstGeom>
        </p:spPr>
        <p:txBody>
          <a:bodyPr/>
          <a:lstStyle/>
          <a:p>
            <a:pPr indent="-292100">
              <a:lnSpc>
                <a:spcPct val="100000"/>
              </a:lnSpc>
              <a:buClr>
                <a:srgbClr val="000000"/>
              </a:buClr>
              <a:buSzPts val="1000"/>
              <a:defRPr sz="1000">
                <a:solidFill>
                  <a:srgbClr val="000000"/>
                </a:solidFill>
              </a:defRPr>
            </a:pPr>
          </a:p>
        </p:txBody>
      </p:sp>
      <p:sp>
        <p:nvSpPr>
          <p:cNvPr id="301" name="Google Shape;112;p18"/>
          <p:cNvSpPr txBox="1"/>
          <p:nvPr>
            <p:ph type="body" sz="quarter" idx="30"/>
          </p:nvPr>
        </p:nvSpPr>
        <p:spPr>
          <a:xfrm>
            <a:off x="2469332" y="1928296"/>
            <a:ext cx="1990801" cy="2139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pPr>
          </a:p>
        </p:txBody>
      </p:sp>
      <p:sp>
        <p:nvSpPr>
          <p:cNvPr id="302" name="Google Shape;113;p18"/>
          <p:cNvSpPr txBox="1"/>
          <p:nvPr>
            <p:ph type="body" sz="quarter" idx="31"/>
          </p:nvPr>
        </p:nvSpPr>
        <p:spPr>
          <a:xfrm>
            <a:off x="2469332" y="2154503"/>
            <a:ext cx="1990801" cy="436501"/>
          </a:xfrm>
          <a:prstGeom prst="rect">
            <a:avLst/>
          </a:prstGeom>
        </p:spPr>
        <p:txBody>
          <a:bodyPr/>
          <a:lstStyle/>
          <a:p>
            <a:pPr indent="-292100">
              <a:lnSpc>
                <a:spcPct val="100000"/>
              </a:lnSpc>
              <a:buClr>
                <a:srgbClr val="000000"/>
              </a:buClr>
              <a:buSzPts val="1000"/>
              <a:defRPr sz="1000">
                <a:solidFill>
                  <a:srgbClr val="000000"/>
                </a:solidFill>
              </a:defRPr>
            </a:pPr>
          </a:p>
        </p:txBody>
      </p:sp>
      <p:sp>
        <p:nvSpPr>
          <p:cNvPr id="303" name="Google Shape;114;p18"/>
          <p:cNvSpPr txBox="1"/>
          <p:nvPr>
            <p:ph type="body" sz="quarter" idx="32"/>
          </p:nvPr>
        </p:nvSpPr>
        <p:spPr>
          <a:xfrm>
            <a:off x="4617725" y="1928296"/>
            <a:ext cx="1990801" cy="2139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pPr>
          </a:p>
        </p:txBody>
      </p:sp>
      <p:sp>
        <p:nvSpPr>
          <p:cNvPr id="304" name="Google Shape;115;p18"/>
          <p:cNvSpPr txBox="1"/>
          <p:nvPr>
            <p:ph type="body" sz="quarter" idx="33"/>
          </p:nvPr>
        </p:nvSpPr>
        <p:spPr>
          <a:xfrm>
            <a:off x="4617725" y="2154503"/>
            <a:ext cx="1990801" cy="436501"/>
          </a:xfrm>
          <a:prstGeom prst="rect">
            <a:avLst/>
          </a:prstGeom>
        </p:spPr>
        <p:txBody>
          <a:bodyPr/>
          <a:lstStyle/>
          <a:p>
            <a:pPr indent="-292100">
              <a:lnSpc>
                <a:spcPct val="100000"/>
              </a:lnSpc>
              <a:buClr>
                <a:srgbClr val="000000"/>
              </a:buClr>
              <a:buSzPts val="1000"/>
              <a:defRPr sz="1000">
                <a:solidFill>
                  <a:srgbClr val="000000"/>
                </a:solidFill>
              </a:defRPr>
            </a:pPr>
          </a:p>
        </p:txBody>
      </p:sp>
      <p:sp>
        <p:nvSpPr>
          <p:cNvPr id="305" name="Google Shape;116;p18"/>
          <p:cNvSpPr txBox="1"/>
          <p:nvPr>
            <p:ph type="body" sz="quarter" idx="34"/>
          </p:nvPr>
        </p:nvSpPr>
        <p:spPr>
          <a:xfrm>
            <a:off x="6819699" y="1928296"/>
            <a:ext cx="1990801" cy="2139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pPr>
          </a:p>
        </p:txBody>
      </p:sp>
      <p:sp>
        <p:nvSpPr>
          <p:cNvPr id="306" name="Google Shape;117;p18"/>
          <p:cNvSpPr txBox="1"/>
          <p:nvPr>
            <p:ph type="body" sz="quarter" idx="35"/>
          </p:nvPr>
        </p:nvSpPr>
        <p:spPr>
          <a:xfrm>
            <a:off x="6819699" y="2154503"/>
            <a:ext cx="1990801" cy="436501"/>
          </a:xfrm>
          <a:prstGeom prst="rect">
            <a:avLst/>
          </a:prstGeom>
        </p:spPr>
        <p:txBody>
          <a:bodyPr/>
          <a:lstStyle/>
          <a:p>
            <a:pPr indent="-292100">
              <a:lnSpc>
                <a:spcPct val="100000"/>
              </a:lnSpc>
              <a:buClr>
                <a:srgbClr val="000000"/>
              </a:buClr>
              <a:buSzPts val="1000"/>
              <a:defRPr sz="1000">
                <a:solidFill>
                  <a:srgbClr val="000000"/>
                </a:solidFill>
              </a:defRPr>
            </a:pPr>
          </a:p>
        </p:txBody>
      </p:sp>
      <p:sp>
        <p:nvSpPr>
          <p:cNvPr id="307" name="Google Shape;118;p18"/>
          <p:cNvSpPr txBox="1"/>
          <p:nvPr>
            <p:ph type="body" sz="quarter" idx="36"/>
          </p:nvPr>
        </p:nvSpPr>
        <p:spPr>
          <a:xfrm>
            <a:off x="343049" y="3656122"/>
            <a:ext cx="1941902" cy="2139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pPr>
          </a:p>
        </p:txBody>
      </p:sp>
      <p:sp>
        <p:nvSpPr>
          <p:cNvPr id="308" name="Google Shape;119;p18"/>
          <p:cNvSpPr txBox="1"/>
          <p:nvPr>
            <p:ph type="body" sz="quarter" idx="37"/>
          </p:nvPr>
        </p:nvSpPr>
        <p:spPr>
          <a:xfrm>
            <a:off x="2469332" y="3656122"/>
            <a:ext cx="1990801" cy="2139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pPr>
          </a:p>
        </p:txBody>
      </p:sp>
      <p:sp>
        <p:nvSpPr>
          <p:cNvPr id="309" name="Google Shape;120;p18"/>
          <p:cNvSpPr txBox="1"/>
          <p:nvPr>
            <p:ph type="body" sz="quarter" idx="38"/>
          </p:nvPr>
        </p:nvSpPr>
        <p:spPr>
          <a:xfrm>
            <a:off x="2469332" y="3873877"/>
            <a:ext cx="1990801" cy="495301"/>
          </a:xfrm>
          <a:prstGeom prst="rect">
            <a:avLst/>
          </a:prstGeom>
        </p:spPr>
        <p:txBody>
          <a:bodyPr/>
          <a:lstStyle/>
          <a:p>
            <a:pPr indent="-292100">
              <a:lnSpc>
                <a:spcPct val="100000"/>
              </a:lnSpc>
              <a:buClr>
                <a:srgbClr val="000000"/>
              </a:buClr>
              <a:buSzPts val="1000"/>
              <a:defRPr sz="1000">
                <a:solidFill>
                  <a:srgbClr val="000000"/>
                </a:solidFill>
              </a:defRPr>
            </a:pPr>
          </a:p>
        </p:txBody>
      </p:sp>
      <p:sp>
        <p:nvSpPr>
          <p:cNvPr id="310" name="Google Shape;121;p18"/>
          <p:cNvSpPr txBox="1"/>
          <p:nvPr>
            <p:ph type="body" sz="quarter" idx="39"/>
          </p:nvPr>
        </p:nvSpPr>
        <p:spPr>
          <a:xfrm>
            <a:off x="4617725" y="3656122"/>
            <a:ext cx="1990801" cy="2139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pPr>
          </a:p>
        </p:txBody>
      </p:sp>
      <p:sp>
        <p:nvSpPr>
          <p:cNvPr id="311" name="Google Shape;122;p18"/>
          <p:cNvSpPr txBox="1"/>
          <p:nvPr>
            <p:ph type="body" sz="quarter" idx="40"/>
          </p:nvPr>
        </p:nvSpPr>
        <p:spPr>
          <a:xfrm>
            <a:off x="4617725" y="3873872"/>
            <a:ext cx="1990801" cy="495301"/>
          </a:xfrm>
          <a:prstGeom prst="rect">
            <a:avLst/>
          </a:prstGeom>
        </p:spPr>
        <p:txBody>
          <a:bodyPr/>
          <a:lstStyle/>
          <a:p>
            <a:pPr indent="-292100">
              <a:lnSpc>
                <a:spcPct val="100000"/>
              </a:lnSpc>
              <a:buClr>
                <a:srgbClr val="000000"/>
              </a:buClr>
              <a:buSzPts val="1000"/>
              <a:defRPr sz="1000">
                <a:solidFill>
                  <a:srgbClr val="000000"/>
                </a:solidFill>
              </a:defRPr>
            </a:pPr>
          </a:p>
        </p:txBody>
      </p:sp>
      <p:sp>
        <p:nvSpPr>
          <p:cNvPr id="312" name="Google Shape;123;p18"/>
          <p:cNvSpPr txBox="1"/>
          <p:nvPr>
            <p:ph type="body" sz="quarter" idx="41"/>
          </p:nvPr>
        </p:nvSpPr>
        <p:spPr>
          <a:xfrm>
            <a:off x="6819699" y="3656122"/>
            <a:ext cx="1990801" cy="2139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>
                <a:solidFill>
                  <a:schemeClr val="accent2"/>
                </a:solidFill>
              </a:defRPr>
            </a:pPr>
          </a:p>
        </p:txBody>
      </p:sp>
      <p:sp>
        <p:nvSpPr>
          <p:cNvPr id="313" name="Google Shape;124;p18"/>
          <p:cNvSpPr txBox="1"/>
          <p:nvPr>
            <p:ph type="body" sz="quarter" idx="42"/>
          </p:nvPr>
        </p:nvSpPr>
        <p:spPr>
          <a:xfrm>
            <a:off x="6819699" y="3873870"/>
            <a:ext cx="1990801" cy="495301"/>
          </a:xfrm>
          <a:prstGeom prst="rect">
            <a:avLst/>
          </a:prstGeom>
        </p:spPr>
        <p:txBody>
          <a:bodyPr/>
          <a:lstStyle/>
          <a:p>
            <a:pPr indent="-292100">
              <a:lnSpc>
                <a:spcPct val="100000"/>
              </a:lnSpc>
              <a:buClr>
                <a:srgbClr val="000000"/>
              </a:buClr>
              <a:buSzPts val="1000"/>
              <a:defRPr sz="1000">
                <a:solidFill>
                  <a:srgbClr val="000000"/>
                </a:solidFill>
              </a:defRPr>
            </a:pPr>
          </a:p>
        </p:txBody>
      </p:sp>
      <p:sp>
        <p:nvSpPr>
          <p:cNvPr id="314" name="Google Shape;125;p18"/>
          <p:cNvSpPr txBox="1"/>
          <p:nvPr>
            <p:ph type="body" sz="quarter" idx="43"/>
          </p:nvPr>
        </p:nvSpPr>
        <p:spPr>
          <a:xfrm>
            <a:off x="343049" y="3873877"/>
            <a:ext cx="1941902" cy="495301"/>
          </a:xfrm>
          <a:prstGeom prst="rect">
            <a:avLst/>
          </a:prstGeom>
        </p:spPr>
        <p:txBody>
          <a:bodyPr/>
          <a:lstStyle/>
          <a:p>
            <a:pPr indent="-292100">
              <a:lnSpc>
                <a:spcPct val="100000"/>
              </a:lnSpc>
              <a:buClr>
                <a:srgbClr val="000000"/>
              </a:buClr>
              <a:buSzPts val="1000"/>
              <a:defRPr sz="1000">
                <a:solidFill>
                  <a:srgbClr val="000000"/>
                </a:solidFill>
              </a:defRPr>
            </a:pPr>
          </a:p>
        </p:txBody>
      </p:sp>
      <p:sp>
        <p:nvSpPr>
          <p:cNvPr id="315" name="Title Text"/>
          <p:cNvSpPr txBox="1"/>
          <p:nvPr>
            <p:ph type="title"/>
          </p:nvPr>
        </p:nvSpPr>
        <p:spPr>
          <a:xfrm>
            <a:off x="338324" y="326225"/>
            <a:ext cx="8467502" cy="382801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3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2_1_1_1_1_2_2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324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25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326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327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28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29" name="Google Shape;129;p19"/>
          <p:cNvSpPr/>
          <p:nvPr>
            <p:ph type="pic" sz="quarter" idx="21"/>
          </p:nvPr>
        </p:nvSpPr>
        <p:spPr>
          <a:xfrm>
            <a:off x="338324" y="1312095"/>
            <a:ext cx="1147801" cy="1147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0" name="Body Level One…"/>
          <p:cNvSpPr txBox="1"/>
          <p:nvPr>
            <p:ph type="body" sz="quarter" idx="1"/>
          </p:nvPr>
        </p:nvSpPr>
        <p:spPr>
          <a:xfrm>
            <a:off x="1677474" y="1304621"/>
            <a:ext cx="1257601" cy="1171501"/>
          </a:xfrm>
          <a:prstGeom prst="rect">
            <a:avLst/>
          </a:prstGeom>
        </p:spPr>
        <p:txBody>
          <a:bodyPr anchor="ctr"/>
          <a:lstStyle>
            <a:lvl1pPr indent="-317500">
              <a:lnSpc>
                <a:spcPct val="100000"/>
              </a:lnSpc>
              <a:buClr>
                <a:srgbClr val="000000"/>
              </a:buClr>
              <a:buSzPts val="1400"/>
              <a:defRPr b="1" sz="1400">
                <a:solidFill>
                  <a:srgbClr val="000000"/>
                </a:solidFill>
              </a:defRPr>
            </a:lvl1pPr>
            <a:lvl2pPr marL="914400" indent="-317500">
              <a:lnSpc>
                <a:spcPct val="100000"/>
              </a:lnSpc>
              <a:buClr>
                <a:srgbClr val="000000"/>
              </a:buClr>
              <a:buSzPts val="1400"/>
              <a:defRPr b="1" sz="1400">
                <a:solidFill>
                  <a:srgbClr val="000000"/>
                </a:solidFill>
              </a:defRPr>
            </a:lvl2pPr>
            <a:lvl3pPr marL="1371600" indent="-317500">
              <a:lnSpc>
                <a:spcPct val="100000"/>
              </a:lnSpc>
              <a:buClr>
                <a:srgbClr val="000000"/>
              </a:buClr>
              <a:buSzPts val="1400"/>
              <a:defRPr b="1" sz="1400">
                <a:solidFill>
                  <a:srgbClr val="000000"/>
                </a:solidFill>
              </a:defRPr>
            </a:lvl3pPr>
            <a:lvl4pPr marL="1828800" indent="-317500">
              <a:lnSpc>
                <a:spcPct val="100000"/>
              </a:lnSpc>
              <a:buClr>
                <a:srgbClr val="000000"/>
              </a:buClr>
              <a:buSzPts val="1400"/>
              <a:defRPr b="1" sz="1400">
                <a:solidFill>
                  <a:srgbClr val="000000"/>
                </a:solidFill>
              </a:defRPr>
            </a:lvl4pPr>
            <a:lvl5pPr marL="2286000" indent="-317500">
              <a:lnSpc>
                <a:spcPct val="100000"/>
              </a:lnSpc>
              <a:buClr>
                <a:srgbClr val="000000"/>
              </a:buClr>
              <a:buSzPts val="1400"/>
              <a:defRPr b="1" sz="1400">
                <a:solidFill>
                  <a:srgbClr val="000000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1" name="Google Shape;131;p19"/>
          <p:cNvSpPr/>
          <p:nvPr>
            <p:ph type="pic" sz="quarter" idx="22"/>
          </p:nvPr>
        </p:nvSpPr>
        <p:spPr>
          <a:xfrm>
            <a:off x="338324" y="3015073"/>
            <a:ext cx="1147801" cy="1147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2" name="Google Shape;132;p19"/>
          <p:cNvSpPr txBox="1"/>
          <p:nvPr>
            <p:ph type="body" sz="quarter" idx="23"/>
          </p:nvPr>
        </p:nvSpPr>
        <p:spPr>
          <a:xfrm>
            <a:off x="1677474" y="3003224"/>
            <a:ext cx="1257601" cy="1171501"/>
          </a:xfrm>
          <a:prstGeom prst="rect">
            <a:avLst/>
          </a:prstGeom>
        </p:spPr>
        <p:txBody>
          <a:bodyPr anchor="ctr"/>
          <a:lstStyle/>
          <a:p>
            <a:pPr indent="-317500">
              <a:lnSpc>
                <a:spcPct val="100000"/>
              </a:lnSpc>
              <a:buClr>
                <a:srgbClr val="000000"/>
              </a:buClr>
              <a:buSzPts val="1400"/>
              <a:defRPr b="1" sz="1400">
                <a:solidFill>
                  <a:srgbClr val="000000"/>
                </a:solidFill>
              </a:defRPr>
            </a:pPr>
          </a:p>
        </p:txBody>
      </p:sp>
      <p:sp>
        <p:nvSpPr>
          <p:cNvPr id="333" name="Google Shape;133;p19"/>
          <p:cNvSpPr/>
          <p:nvPr>
            <p:ph type="pic" sz="quarter" idx="24"/>
          </p:nvPr>
        </p:nvSpPr>
        <p:spPr>
          <a:xfrm>
            <a:off x="3211988" y="1312095"/>
            <a:ext cx="1147801" cy="1147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4" name="Google Shape;134;p19"/>
          <p:cNvSpPr txBox="1"/>
          <p:nvPr>
            <p:ph type="body" sz="quarter" idx="25"/>
          </p:nvPr>
        </p:nvSpPr>
        <p:spPr>
          <a:xfrm>
            <a:off x="4612625" y="1304621"/>
            <a:ext cx="1257601" cy="1171501"/>
          </a:xfrm>
          <a:prstGeom prst="rect">
            <a:avLst/>
          </a:prstGeom>
        </p:spPr>
        <p:txBody>
          <a:bodyPr anchor="ctr"/>
          <a:lstStyle/>
          <a:p>
            <a:pPr indent="-317500">
              <a:lnSpc>
                <a:spcPct val="100000"/>
              </a:lnSpc>
              <a:buClr>
                <a:srgbClr val="000000"/>
              </a:buClr>
              <a:buSzPts val="1400"/>
              <a:defRPr b="1" sz="1400">
                <a:solidFill>
                  <a:srgbClr val="000000"/>
                </a:solidFill>
              </a:defRPr>
            </a:pPr>
          </a:p>
        </p:txBody>
      </p:sp>
      <p:sp>
        <p:nvSpPr>
          <p:cNvPr id="335" name="Google Shape;135;p19"/>
          <p:cNvSpPr/>
          <p:nvPr>
            <p:ph type="pic" sz="quarter" idx="26"/>
          </p:nvPr>
        </p:nvSpPr>
        <p:spPr>
          <a:xfrm>
            <a:off x="3211988" y="3015073"/>
            <a:ext cx="1147801" cy="1147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6" name="Google Shape;136;p19"/>
          <p:cNvSpPr txBox="1"/>
          <p:nvPr>
            <p:ph type="body" sz="quarter" idx="27"/>
          </p:nvPr>
        </p:nvSpPr>
        <p:spPr>
          <a:xfrm>
            <a:off x="4612625" y="3003224"/>
            <a:ext cx="1257601" cy="1171501"/>
          </a:xfrm>
          <a:prstGeom prst="rect">
            <a:avLst/>
          </a:prstGeom>
        </p:spPr>
        <p:txBody>
          <a:bodyPr anchor="ctr"/>
          <a:lstStyle/>
          <a:p>
            <a:pPr indent="-317500">
              <a:lnSpc>
                <a:spcPct val="100000"/>
              </a:lnSpc>
              <a:buClr>
                <a:srgbClr val="000000"/>
              </a:buClr>
              <a:buSzPts val="1400"/>
              <a:defRPr b="1" sz="1400">
                <a:solidFill>
                  <a:srgbClr val="000000"/>
                </a:solidFill>
              </a:defRPr>
            </a:pPr>
          </a:p>
        </p:txBody>
      </p:sp>
      <p:sp>
        <p:nvSpPr>
          <p:cNvPr id="337" name="Google Shape;137;p19"/>
          <p:cNvSpPr/>
          <p:nvPr>
            <p:ph type="pic" sz="quarter" idx="28"/>
          </p:nvPr>
        </p:nvSpPr>
        <p:spPr>
          <a:xfrm>
            <a:off x="6085649" y="1312095"/>
            <a:ext cx="1147801" cy="1147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8" name="Google Shape;138;p19"/>
          <p:cNvSpPr txBox="1"/>
          <p:nvPr>
            <p:ph type="body" sz="quarter" idx="29"/>
          </p:nvPr>
        </p:nvSpPr>
        <p:spPr>
          <a:xfrm>
            <a:off x="7547774" y="1304621"/>
            <a:ext cx="1257601" cy="1171501"/>
          </a:xfrm>
          <a:prstGeom prst="rect">
            <a:avLst/>
          </a:prstGeom>
        </p:spPr>
        <p:txBody>
          <a:bodyPr anchor="ctr"/>
          <a:lstStyle/>
          <a:p>
            <a:pPr indent="-317500">
              <a:lnSpc>
                <a:spcPct val="100000"/>
              </a:lnSpc>
              <a:buClr>
                <a:srgbClr val="000000"/>
              </a:buClr>
              <a:buSzPts val="1400"/>
              <a:defRPr b="1" sz="1400">
                <a:solidFill>
                  <a:srgbClr val="000000"/>
                </a:solidFill>
              </a:defRPr>
            </a:pPr>
          </a:p>
        </p:txBody>
      </p:sp>
      <p:sp>
        <p:nvSpPr>
          <p:cNvPr id="339" name="Google Shape;139;p19"/>
          <p:cNvSpPr/>
          <p:nvPr>
            <p:ph type="pic" sz="quarter" idx="30"/>
          </p:nvPr>
        </p:nvSpPr>
        <p:spPr>
          <a:xfrm>
            <a:off x="6085649" y="3015073"/>
            <a:ext cx="1147801" cy="1147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40" name="Google Shape;140;p19"/>
          <p:cNvSpPr txBox="1"/>
          <p:nvPr>
            <p:ph type="body" sz="quarter" idx="31"/>
          </p:nvPr>
        </p:nvSpPr>
        <p:spPr>
          <a:xfrm>
            <a:off x="7547774" y="3003224"/>
            <a:ext cx="1257601" cy="1171501"/>
          </a:xfrm>
          <a:prstGeom prst="rect">
            <a:avLst/>
          </a:prstGeom>
        </p:spPr>
        <p:txBody>
          <a:bodyPr anchor="ctr"/>
          <a:lstStyle/>
          <a:p>
            <a:pPr indent="-317500">
              <a:lnSpc>
                <a:spcPct val="100000"/>
              </a:lnSpc>
              <a:buClr>
                <a:srgbClr val="000000"/>
              </a:buClr>
              <a:buSzPts val="1400"/>
              <a:defRPr b="1" sz="1400">
                <a:solidFill>
                  <a:srgbClr val="000000"/>
                </a:solidFill>
              </a:defRPr>
            </a:pPr>
          </a:p>
        </p:txBody>
      </p:sp>
      <p:sp>
        <p:nvSpPr>
          <p:cNvPr id="341" name="Title Text"/>
          <p:cNvSpPr txBox="1"/>
          <p:nvPr>
            <p:ph type="title"/>
          </p:nvPr>
        </p:nvSpPr>
        <p:spPr>
          <a:xfrm>
            <a:off x="338324" y="326225"/>
            <a:ext cx="8467502" cy="382801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3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2_1_1_1_1_2_2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350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51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352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353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54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55" name="Body Level One…"/>
          <p:cNvSpPr txBox="1"/>
          <p:nvPr>
            <p:ph type="body" sz="quarter" idx="1"/>
          </p:nvPr>
        </p:nvSpPr>
        <p:spPr>
          <a:xfrm>
            <a:off x="1510863" y="1222599"/>
            <a:ext cx="1362300" cy="901801"/>
          </a:xfrm>
          <a:prstGeom prst="rect">
            <a:avLst/>
          </a:prstGeom>
        </p:spPr>
        <p:txBody>
          <a:bodyPr anchor="ctr"/>
          <a:lstStyle>
            <a:lvl1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lvl1pPr>
            <a:lvl2pPr marL="914400"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lvl2pPr>
            <a:lvl3pPr marL="1371600"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lvl3pPr>
            <a:lvl4pPr marL="1828800"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lvl4pPr>
            <a:lvl5pPr marL="2286000"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56" name="Google Shape;145;p20"/>
          <p:cNvSpPr txBox="1"/>
          <p:nvPr>
            <p:ph type="body" sz="quarter" idx="21"/>
          </p:nvPr>
        </p:nvSpPr>
        <p:spPr>
          <a:xfrm>
            <a:off x="4473838" y="1222599"/>
            <a:ext cx="1362301" cy="901801"/>
          </a:xfrm>
          <a:prstGeom prst="rect">
            <a:avLst/>
          </a:prstGeom>
        </p:spPr>
        <p:txBody>
          <a:bodyPr anchor="ctr"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357" name="Google Shape;146;p20"/>
          <p:cNvSpPr txBox="1"/>
          <p:nvPr>
            <p:ph type="body" sz="quarter" idx="22"/>
          </p:nvPr>
        </p:nvSpPr>
        <p:spPr>
          <a:xfrm>
            <a:off x="1510863" y="2402450"/>
            <a:ext cx="1362301" cy="901801"/>
          </a:xfrm>
          <a:prstGeom prst="rect">
            <a:avLst/>
          </a:prstGeom>
        </p:spPr>
        <p:txBody>
          <a:bodyPr anchor="ctr"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358" name="Google Shape;147;p20"/>
          <p:cNvSpPr txBox="1"/>
          <p:nvPr>
            <p:ph type="body" sz="quarter" idx="23"/>
          </p:nvPr>
        </p:nvSpPr>
        <p:spPr>
          <a:xfrm>
            <a:off x="1510863" y="3582299"/>
            <a:ext cx="1362301" cy="901801"/>
          </a:xfrm>
          <a:prstGeom prst="rect">
            <a:avLst/>
          </a:prstGeom>
        </p:spPr>
        <p:txBody>
          <a:bodyPr anchor="ctr"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359" name="Google Shape;148;p20"/>
          <p:cNvSpPr txBox="1"/>
          <p:nvPr>
            <p:ph type="body" sz="quarter" idx="24"/>
          </p:nvPr>
        </p:nvSpPr>
        <p:spPr>
          <a:xfrm>
            <a:off x="4473838" y="2402450"/>
            <a:ext cx="1362301" cy="901801"/>
          </a:xfrm>
          <a:prstGeom prst="rect">
            <a:avLst/>
          </a:prstGeom>
        </p:spPr>
        <p:txBody>
          <a:bodyPr anchor="ctr"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360" name="Google Shape;149;p20"/>
          <p:cNvSpPr txBox="1"/>
          <p:nvPr>
            <p:ph type="body" sz="quarter" idx="25"/>
          </p:nvPr>
        </p:nvSpPr>
        <p:spPr>
          <a:xfrm>
            <a:off x="4473838" y="3582299"/>
            <a:ext cx="1362301" cy="901801"/>
          </a:xfrm>
          <a:prstGeom prst="rect">
            <a:avLst/>
          </a:prstGeom>
        </p:spPr>
        <p:txBody>
          <a:bodyPr anchor="ctr"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361" name="Google Shape;150;p20"/>
          <p:cNvSpPr txBox="1"/>
          <p:nvPr>
            <p:ph type="body" sz="quarter" idx="26"/>
          </p:nvPr>
        </p:nvSpPr>
        <p:spPr>
          <a:xfrm>
            <a:off x="7436812" y="2402450"/>
            <a:ext cx="1362301" cy="901801"/>
          </a:xfrm>
          <a:prstGeom prst="rect">
            <a:avLst/>
          </a:prstGeom>
        </p:spPr>
        <p:txBody>
          <a:bodyPr anchor="ctr"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362" name="Google Shape;151;p20"/>
          <p:cNvSpPr txBox="1"/>
          <p:nvPr>
            <p:ph type="body" sz="quarter" idx="27"/>
          </p:nvPr>
        </p:nvSpPr>
        <p:spPr>
          <a:xfrm>
            <a:off x="7436812" y="3582299"/>
            <a:ext cx="1362301" cy="901801"/>
          </a:xfrm>
          <a:prstGeom prst="rect">
            <a:avLst/>
          </a:prstGeom>
        </p:spPr>
        <p:txBody>
          <a:bodyPr anchor="ctr"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363" name="Google Shape;152;p20"/>
          <p:cNvSpPr/>
          <p:nvPr>
            <p:ph type="pic" sz="quarter" idx="28"/>
          </p:nvPr>
        </p:nvSpPr>
        <p:spPr>
          <a:xfrm>
            <a:off x="339175" y="1197249"/>
            <a:ext cx="952501" cy="952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64" name="Google Shape;153;p20"/>
          <p:cNvSpPr/>
          <p:nvPr>
            <p:ph type="pic" sz="quarter" idx="29"/>
          </p:nvPr>
        </p:nvSpPr>
        <p:spPr>
          <a:xfrm>
            <a:off x="339175" y="2377100"/>
            <a:ext cx="952501" cy="952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65" name="Google Shape;154;p20"/>
          <p:cNvSpPr/>
          <p:nvPr>
            <p:ph type="pic" sz="quarter" idx="30"/>
          </p:nvPr>
        </p:nvSpPr>
        <p:spPr>
          <a:xfrm>
            <a:off x="339175" y="3556949"/>
            <a:ext cx="952501" cy="952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66" name="Google Shape;155;p20"/>
          <p:cNvSpPr/>
          <p:nvPr>
            <p:ph type="pic" sz="quarter" idx="31"/>
          </p:nvPr>
        </p:nvSpPr>
        <p:spPr>
          <a:xfrm>
            <a:off x="3295005" y="1197249"/>
            <a:ext cx="952501" cy="952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67" name="Google Shape;156;p20"/>
          <p:cNvSpPr/>
          <p:nvPr>
            <p:ph type="pic" sz="quarter" idx="32"/>
          </p:nvPr>
        </p:nvSpPr>
        <p:spPr>
          <a:xfrm>
            <a:off x="3295000" y="2377100"/>
            <a:ext cx="952501" cy="952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68" name="Google Shape;157;p20"/>
          <p:cNvSpPr/>
          <p:nvPr>
            <p:ph type="pic" sz="quarter" idx="33"/>
          </p:nvPr>
        </p:nvSpPr>
        <p:spPr>
          <a:xfrm>
            <a:off x="3295000" y="3556949"/>
            <a:ext cx="952501" cy="952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69" name="Google Shape;158;p20"/>
          <p:cNvSpPr/>
          <p:nvPr>
            <p:ph type="pic" sz="quarter" idx="34"/>
          </p:nvPr>
        </p:nvSpPr>
        <p:spPr>
          <a:xfrm>
            <a:off x="6250837" y="1197249"/>
            <a:ext cx="952501" cy="952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70" name="Google Shape;159;p20"/>
          <p:cNvSpPr/>
          <p:nvPr>
            <p:ph type="pic" sz="quarter" idx="35"/>
          </p:nvPr>
        </p:nvSpPr>
        <p:spPr>
          <a:xfrm>
            <a:off x="6250837" y="2377100"/>
            <a:ext cx="952501" cy="952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71" name="Google Shape;160;p20"/>
          <p:cNvSpPr/>
          <p:nvPr>
            <p:ph type="pic" sz="quarter" idx="36"/>
          </p:nvPr>
        </p:nvSpPr>
        <p:spPr>
          <a:xfrm>
            <a:off x="6250837" y="3556949"/>
            <a:ext cx="952501" cy="9525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72" name="Google Shape;161;p20"/>
          <p:cNvSpPr txBox="1"/>
          <p:nvPr>
            <p:ph type="body" sz="quarter" idx="37"/>
          </p:nvPr>
        </p:nvSpPr>
        <p:spPr>
          <a:xfrm>
            <a:off x="7436812" y="1222599"/>
            <a:ext cx="1362301" cy="901801"/>
          </a:xfrm>
          <a:prstGeom prst="rect">
            <a:avLst/>
          </a:prstGeom>
        </p:spPr>
        <p:txBody>
          <a:bodyPr anchor="ctr"/>
          <a:lstStyle/>
          <a:p>
            <a:pPr indent="-304800">
              <a:lnSpc>
                <a:spcPct val="100000"/>
              </a:lnSpc>
              <a:buClr>
                <a:srgbClr val="000000"/>
              </a:buClr>
              <a:buSzPts val="1200"/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373" name="Title Text"/>
          <p:cNvSpPr txBox="1"/>
          <p:nvPr>
            <p:ph type="title"/>
          </p:nvPr>
        </p:nvSpPr>
        <p:spPr>
          <a:xfrm>
            <a:off x="338324" y="320049"/>
            <a:ext cx="84672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382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83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384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385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86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87" name="Google Shape;165;p21"/>
          <p:cNvSpPr/>
          <p:nvPr>
            <p:ph type="pic" sz="quarter" idx="21"/>
          </p:nvPr>
        </p:nvSpPr>
        <p:spPr>
          <a:xfrm>
            <a:off x="3451274" y="320049"/>
            <a:ext cx="2597401" cy="2969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88" name="Google Shape;166;p21"/>
          <p:cNvSpPr/>
          <p:nvPr>
            <p:ph type="pic" sz="quarter" idx="22"/>
          </p:nvPr>
        </p:nvSpPr>
        <p:spPr>
          <a:xfrm>
            <a:off x="6181783" y="320049"/>
            <a:ext cx="2597401" cy="2969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89" name="Body Level One…"/>
          <p:cNvSpPr txBox="1"/>
          <p:nvPr>
            <p:ph type="body" sz="quarter" idx="1"/>
          </p:nvPr>
        </p:nvSpPr>
        <p:spPr>
          <a:xfrm>
            <a:off x="3451274" y="3431249"/>
            <a:ext cx="2640302" cy="942601"/>
          </a:xfrm>
          <a:prstGeom prst="rect">
            <a:avLst/>
          </a:prstGeom>
        </p:spPr>
        <p:txBody>
          <a:bodyPr/>
          <a:lstStyle>
            <a:lvl1pPr indent="-304800">
              <a:lnSpc>
                <a:spcPct val="100000"/>
              </a:lnSpc>
              <a:buSzPts val="1200"/>
              <a:defRPr b="1" sz="1200"/>
            </a:lvl1pPr>
            <a:lvl2pPr marL="914400" indent="-304800">
              <a:lnSpc>
                <a:spcPct val="100000"/>
              </a:lnSpc>
              <a:buSzPts val="1200"/>
              <a:defRPr b="1" sz="1200"/>
            </a:lvl2pPr>
            <a:lvl3pPr marL="1371600" indent="-304800">
              <a:lnSpc>
                <a:spcPct val="100000"/>
              </a:lnSpc>
              <a:buSzPts val="1200"/>
              <a:defRPr b="1" sz="1200"/>
            </a:lvl3pPr>
            <a:lvl4pPr marL="1828800" indent="-304800">
              <a:lnSpc>
                <a:spcPct val="100000"/>
              </a:lnSpc>
              <a:buSzPts val="1200"/>
              <a:defRPr b="1" sz="1200"/>
            </a:lvl4pPr>
            <a:lvl5pPr marL="2286000" indent="-304800">
              <a:lnSpc>
                <a:spcPct val="100000"/>
              </a:lnSpc>
              <a:buSzPts val="1200"/>
              <a:defRPr b="1"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0" name="Google Shape;168;p21"/>
          <p:cNvSpPr txBox="1"/>
          <p:nvPr>
            <p:ph type="body" sz="quarter" idx="23"/>
          </p:nvPr>
        </p:nvSpPr>
        <p:spPr>
          <a:xfrm>
            <a:off x="6195354" y="3431249"/>
            <a:ext cx="2610300" cy="9426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/>
            </a:pPr>
          </a:p>
        </p:txBody>
      </p:sp>
      <p:sp>
        <p:nvSpPr>
          <p:cNvPr id="391" name="Title Text"/>
          <p:cNvSpPr txBox="1"/>
          <p:nvPr>
            <p:ph type="title"/>
          </p:nvPr>
        </p:nvSpPr>
        <p:spPr>
          <a:xfrm>
            <a:off x="338324" y="320100"/>
            <a:ext cx="2711401" cy="405360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400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401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402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403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04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05" name="Google Shape;172;p22"/>
          <p:cNvSpPr/>
          <p:nvPr>
            <p:ph type="pic" sz="quarter" idx="21"/>
          </p:nvPr>
        </p:nvSpPr>
        <p:spPr>
          <a:xfrm>
            <a:off x="3355849" y="320090"/>
            <a:ext cx="1730701" cy="22653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06" name="Google Shape;173;p22"/>
          <p:cNvSpPr/>
          <p:nvPr>
            <p:ph type="pic" sz="quarter" idx="22"/>
          </p:nvPr>
        </p:nvSpPr>
        <p:spPr>
          <a:xfrm>
            <a:off x="5215468" y="320049"/>
            <a:ext cx="1730701" cy="22653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07" name="Google Shape;174;p22"/>
          <p:cNvSpPr/>
          <p:nvPr>
            <p:ph type="pic" sz="quarter" idx="23"/>
          </p:nvPr>
        </p:nvSpPr>
        <p:spPr>
          <a:xfrm>
            <a:off x="7075075" y="320076"/>
            <a:ext cx="1730701" cy="22653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08" name="Body Level One…"/>
          <p:cNvSpPr txBox="1"/>
          <p:nvPr>
            <p:ph type="body" sz="quarter" idx="1"/>
          </p:nvPr>
        </p:nvSpPr>
        <p:spPr>
          <a:xfrm>
            <a:off x="7075075" y="2726850"/>
            <a:ext cx="1730701" cy="1647001"/>
          </a:xfrm>
          <a:prstGeom prst="rect">
            <a:avLst/>
          </a:prstGeom>
        </p:spPr>
        <p:txBody>
          <a:bodyPr/>
          <a:lstStyle>
            <a:lvl1pPr indent="-304800">
              <a:lnSpc>
                <a:spcPct val="100000"/>
              </a:lnSpc>
              <a:buSzPts val="1200"/>
              <a:defRPr b="1" sz="1200"/>
            </a:lvl1pPr>
            <a:lvl2pPr marL="914400" indent="-304800">
              <a:lnSpc>
                <a:spcPct val="100000"/>
              </a:lnSpc>
              <a:buSzPts val="1200"/>
              <a:defRPr b="1" sz="1200"/>
            </a:lvl2pPr>
            <a:lvl3pPr marL="1371600" indent="-304800">
              <a:lnSpc>
                <a:spcPct val="100000"/>
              </a:lnSpc>
              <a:buSzPts val="1200"/>
              <a:defRPr b="1" sz="1200"/>
            </a:lvl3pPr>
            <a:lvl4pPr marL="1828800" indent="-304800">
              <a:lnSpc>
                <a:spcPct val="100000"/>
              </a:lnSpc>
              <a:buSzPts val="1200"/>
              <a:defRPr b="1" sz="1200"/>
            </a:lvl4pPr>
            <a:lvl5pPr marL="2286000" indent="-304800">
              <a:lnSpc>
                <a:spcPct val="100000"/>
              </a:lnSpc>
              <a:buSzPts val="1200"/>
              <a:defRPr b="1"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9" name="Title Text"/>
          <p:cNvSpPr txBox="1"/>
          <p:nvPr>
            <p:ph type="title"/>
          </p:nvPr>
        </p:nvSpPr>
        <p:spPr>
          <a:xfrm>
            <a:off x="338324" y="320100"/>
            <a:ext cx="2711401" cy="405360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10" name="Google Shape;177;p22"/>
          <p:cNvSpPr txBox="1"/>
          <p:nvPr>
            <p:ph type="body" sz="quarter" idx="24"/>
          </p:nvPr>
        </p:nvSpPr>
        <p:spPr>
          <a:xfrm>
            <a:off x="5215599" y="2726850"/>
            <a:ext cx="1730701" cy="16470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/>
            </a:pPr>
          </a:p>
        </p:txBody>
      </p:sp>
      <p:sp>
        <p:nvSpPr>
          <p:cNvPr id="411" name="Google Shape;178;p22"/>
          <p:cNvSpPr txBox="1"/>
          <p:nvPr>
            <p:ph type="body" sz="quarter" idx="25"/>
          </p:nvPr>
        </p:nvSpPr>
        <p:spPr>
          <a:xfrm>
            <a:off x="3356125" y="2726850"/>
            <a:ext cx="1730700" cy="1647001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/>
            </a:pPr>
          </a:p>
        </p:txBody>
      </p:sp>
      <p:sp>
        <p:nvSpPr>
          <p:cNvPr id="41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1_1_1_1_1_2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420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421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422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423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24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25" name="Google Shape;181;p23"/>
          <p:cNvSpPr/>
          <p:nvPr>
            <p:ph type="pic" sz="quarter" idx="21"/>
          </p:nvPr>
        </p:nvSpPr>
        <p:spPr>
          <a:xfrm>
            <a:off x="338324" y="896550"/>
            <a:ext cx="1344302" cy="1689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26" name="Body Level One…"/>
          <p:cNvSpPr txBox="1"/>
          <p:nvPr>
            <p:ph type="body" sz="quarter" idx="1"/>
          </p:nvPr>
        </p:nvSpPr>
        <p:spPr>
          <a:xfrm>
            <a:off x="338324" y="2711524"/>
            <a:ext cx="1344302" cy="1662302"/>
          </a:xfrm>
          <a:prstGeom prst="rect">
            <a:avLst/>
          </a:prstGeom>
        </p:spPr>
        <p:txBody>
          <a:bodyPr/>
          <a:lstStyle>
            <a:lvl1pPr indent="-304800">
              <a:lnSpc>
                <a:spcPct val="100000"/>
              </a:lnSpc>
              <a:buSzPts val="1200"/>
              <a:defRPr b="1" sz="1200"/>
            </a:lvl1pPr>
            <a:lvl2pPr marL="914400" indent="-304800">
              <a:lnSpc>
                <a:spcPct val="100000"/>
              </a:lnSpc>
              <a:buSzPts val="1200"/>
              <a:defRPr b="1" sz="1200"/>
            </a:lvl2pPr>
            <a:lvl3pPr marL="1371600" indent="-304800">
              <a:lnSpc>
                <a:spcPct val="100000"/>
              </a:lnSpc>
              <a:buSzPts val="1200"/>
              <a:defRPr b="1" sz="1200"/>
            </a:lvl3pPr>
            <a:lvl4pPr marL="1828800" indent="-304800">
              <a:lnSpc>
                <a:spcPct val="100000"/>
              </a:lnSpc>
              <a:buSzPts val="1200"/>
              <a:defRPr b="1" sz="1200"/>
            </a:lvl4pPr>
            <a:lvl5pPr marL="2286000" indent="-304800">
              <a:lnSpc>
                <a:spcPct val="100000"/>
              </a:lnSpc>
              <a:buSzPts val="1200"/>
              <a:defRPr b="1"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27" name="Title Text"/>
          <p:cNvSpPr txBox="1"/>
          <p:nvPr>
            <p:ph type="title"/>
          </p:nvPr>
        </p:nvSpPr>
        <p:spPr>
          <a:xfrm>
            <a:off x="338324" y="320049"/>
            <a:ext cx="8474701" cy="572102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28" name="Google Shape;184;p23"/>
          <p:cNvSpPr/>
          <p:nvPr>
            <p:ph type="pic" sz="quarter" idx="22"/>
          </p:nvPr>
        </p:nvSpPr>
        <p:spPr>
          <a:xfrm>
            <a:off x="1764414" y="896550"/>
            <a:ext cx="1344301" cy="1689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29" name="Google Shape;185;p23"/>
          <p:cNvSpPr txBox="1"/>
          <p:nvPr>
            <p:ph type="body" sz="quarter" idx="23"/>
          </p:nvPr>
        </p:nvSpPr>
        <p:spPr>
          <a:xfrm>
            <a:off x="1764425" y="2711524"/>
            <a:ext cx="1344301" cy="1662302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/>
            </a:pPr>
          </a:p>
        </p:txBody>
      </p:sp>
      <p:sp>
        <p:nvSpPr>
          <p:cNvPr id="430" name="Google Shape;186;p23"/>
          <p:cNvSpPr/>
          <p:nvPr>
            <p:ph type="pic" sz="quarter" idx="24"/>
          </p:nvPr>
        </p:nvSpPr>
        <p:spPr>
          <a:xfrm>
            <a:off x="3190505" y="896550"/>
            <a:ext cx="1344301" cy="1689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31" name="Google Shape;187;p23"/>
          <p:cNvSpPr txBox="1"/>
          <p:nvPr>
            <p:ph type="body" sz="quarter" idx="25"/>
          </p:nvPr>
        </p:nvSpPr>
        <p:spPr>
          <a:xfrm>
            <a:off x="3190524" y="2711524"/>
            <a:ext cx="1344301" cy="1662302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/>
            </a:pPr>
          </a:p>
        </p:txBody>
      </p:sp>
      <p:sp>
        <p:nvSpPr>
          <p:cNvPr id="432" name="Google Shape;188;p23"/>
          <p:cNvSpPr/>
          <p:nvPr>
            <p:ph type="pic" sz="quarter" idx="26"/>
          </p:nvPr>
        </p:nvSpPr>
        <p:spPr>
          <a:xfrm>
            <a:off x="4616594" y="896550"/>
            <a:ext cx="1344301" cy="1689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33" name="Google Shape;189;p23"/>
          <p:cNvSpPr txBox="1"/>
          <p:nvPr>
            <p:ph type="body" sz="quarter" idx="27"/>
          </p:nvPr>
        </p:nvSpPr>
        <p:spPr>
          <a:xfrm>
            <a:off x="4616624" y="2711524"/>
            <a:ext cx="1344301" cy="1662302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/>
            </a:pPr>
          </a:p>
        </p:txBody>
      </p:sp>
      <p:sp>
        <p:nvSpPr>
          <p:cNvPr id="434" name="Google Shape;190;p23"/>
          <p:cNvSpPr/>
          <p:nvPr>
            <p:ph type="pic" sz="quarter" idx="28"/>
          </p:nvPr>
        </p:nvSpPr>
        <p:spPr>
          <a:xfrm>
            <a:off x="6042685" y="896550"/>
            <a:ext cx="1344301" cy="1689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35" name="Google Shape;191;p23"/>
          <p:cNvSpPr txBox="1"/>
          <p:nvPr>
            <p:ph type="body" sz="quarter" idx="29"/>
          </p:nvPr>
        </p:nvSpPr>
        <p:spPr>
          <a:xfrm>
            <a:off x="6042723" y="2711524"/>
            <a:ext cx="1344301" cy="1662302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/>
            </a:pPr>
          </a:p>
        </p:txBody>
      </p:sp>
      <p:sp>
        <p:nvSpPr>
          <p:cNvPr id="436" name="Google Shape;192;p23"/>
          <p:cNvSpPr/>
          <p:nvPr>
            <p:ph type="pic" sz="quarter" idx="30"/>
          </p:nvPr>
        </p:nvSpPr>
        <p:spPr>
          <a:xfrm>
            <a:off x="7468775" y="896550"/>
            <a:ext cx="1344301" cy="1689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37" name="Google Shape;193;p23"/>
          <p:cNvSpPr txBox="1"/>
          <p:nvPr>
            <p:ph type="body" sz="quarter" idx="31"/>
          </p:nvPr>
        </p:nvSpPr>
        <p:spPr>
          <a:xfrm>
            <a:off x="7468824" y="2711524"/>
            <a:ext cx="1344301" cy="1662302"/>
          </a:xfrm>
          <a:prstGeom prst="rect">
            <a:avLst/>
          </a:prstGeom>
        </p:spPr>
        <p:txBody>
          <a:bodyPr/>
          <a:lstStyle/>
          <a:p>
            <a:pPr indent="-304800">
              <a:lnSpc>
                <a:spcPct val="100000"/>
              </a:lnSpc>
              <a:buSzPts val="1200"/>
              <a:defRPr b="1" sz="1200"/>
            </a:pPr>
          </a:p>
        </p:txBody>
      </p:sp>
      <p:sp>
        <p:nvSpPr>
          <p:cNvPr id="43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0_1_1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44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44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44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44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5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51" name="Google Shape;196;p24"/>
          <p:cNvSpPr txBox="1"/>
          <p:nvPr/>
        </p:nvSpPr>
        <p:spPr>
          <a:xfrm>
            <a:off x="2577575" y="1595881"/>
            <a:ext cx="6383100" cy="1951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0000"/>
              </a:lnSpc>
              <a:defRPr b="1" sz="7200">
                <a:solidFill>
                  <a:srgbClr val="FFFFFF"/>
                </a:solidFill>
              </a:defRPr>
            </a:lvl1pPr>
          </a:lstStyle>
          <a:p>
            <a:pPr/>
            <a:r>
              <a:t>Section intros and dividers</a:t>
            </a:r>
          </a:p>
        </p:txBody>
      </p:sp>
      <p:sp>
        <p:nvSpPr>
          <p:cNvPr id="452" name="Google Shape;197;p24"/>
          <p:cNvSpPr/>
          <p:nvPr/>
        </p:nvSpPr>
        <p:spPr>
          <a:xfrm>
            <a:off x="-1" y="0"/>
            <a:ext cx="2168402" cy="5143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4035" y="0"/>
                </a:lnTo>
                <a:lnTo>
                  <a:pt x="14035" y="9662"/>
                </a:lnTo>
                <a:lnTo>
                  <a:pt x="16200" y="9662"/>
                </a:lnTo>
                <a:lnTo>
                  <a:pt x="16200" y="8523"/>
                </a:lnTo>
                <a:lnTo>
                  <a:pt x="21600" y="10800"/>
                </a:lnTo>
                <a:lnTo>
                  <a:pt x="16200" y="13077"/>
                </a:lnTo>
                <a:lnTo>
                  <a:pt x="16200" y="11938"/>
                </a:lnTo>
                <a:lnTo>
                  <a:pt x="14035" y="11938"/>
                </a:lnTo>
                <a:lnTo>
                  <a:pt x="14035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4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19_1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46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46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46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46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6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66" name="Title Text"/>
          <p:cNvSpPr txBox="1"/>
          <p:nvPr>
            <p:ph type="title"/>
          </p:nvPr>
        </p:nvSpPr>
        <p:spPr>
          <a:xfrm>
            <a:off x="338324" y="320049"/>
            <a:ext cx="8384701" cy="3725402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467" name="Body Level One…"/>
          <p:cNvSpPr txBox="1"/>
          <p:nvPr>
            <p:ph type="body" sz="quarter" idx="1"/>
          </p:nvPr>
        </p:nvSpPr>
        <p:spPr>
          <a:xfrm>
            <a:off x="338425" y="4025024"/>
            <a:ext cx="8384700" cy="348901"/>
          </a:xfrm>
          <a:prstGeom prst="rect">
            <a:avLst/>
          </a:prstGeom>
        </p:spPr>
        <p:txBody>
          <a:bodyPr/>
          <a:lstStyle>
            <a:lvl1pPr marL="342900" indent="-2286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1pPr>
            <a:lvl2pPr marL="342900" indent="2540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2pPr>
            <a:lvl3pPr marL="342900" indent="7239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3pPr>
            <a:lvl4pPr marL="342900" indent="11938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4pPr>
            <a:lvl5pPr marL="342900" indent="16510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68" name="Google Shape;201;p25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469" name="250415-ASU TopoPattern-white.pngGoogle Shape;202;p25" descr="250415-ASU TopoPattern-white.pngGoogle Shape;202;p25"/>
          <p:cNvPicPr>
            <a:picLocks noChangeAspect="1"/>
          </p:cNvPicPr>
          <p:nvPr/>
        </p:nvPicPr>
        <p:blipFill>
          <a:blip r:embed="rId3">
            <a:alphaModFix amt="75000"/>
            <a:extLst/>
          </a:blip>
          <a:srcRect l="27015" t="0" r="65175" b="48864"/>
          <a:stretch>
            <a:fillRect/>
          </a:stretch>
        </p:blipFill>
        <p:spPr>
          <a:xfrm>
            <a:off x="0" y="12200"/>
            <a:ext cx="187525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47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19_1_2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478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479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480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481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82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83" name="Title Text"/>
          <p:cNvSpPr txBox="1"/>
          <p:nvPr>
            <p:ph type="title"/>
          </p:nvPr>
        </p:nvSpPr>
        <p:spPr>
          <a:xfrm>
            <a:off x="338324" y="320049"/>
            <a:ext cx="8384701" cy="3728101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484" name="Body Level One…"/>
          <p:cNvSpPr txBox="1"/>
          <p:nvPr>
            <p:ph type="body" sz="quarter" idx="1"/>
          </p:nvPr>
        </p:nvSpPr>
        <p:spPr>
          <a:xfrm>
            <a:off x="338324" y="4024424"/>
            <a:ext cx="8467502" cy="349501"/>
          </a:xfrm>
          <a:prstGeom prst="rect">
            <a:avLst/>
          </a:prstGeom>
        </p:spPr>
        <p:txBody>
          <a:bodyPr/>
          <a:lstStyle>
            <a:lvl1pPr marL="342900" indent="-2286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1pPr>
            <a:lvl2pPr marL="342900" indent="2540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2pPr>
            <a:lvl3pPr marL="342900" indent="7239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3pPr>
            <a:lvl4pPr marL="342900" indent="11938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4pPr>
            <a:lvl5pPr marL="342900" indent="16510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85" name="Google Shape;206;p26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486" name="250415-ASU TopoPattern-white.pngGoogle Shape;207;p26" descr="250415-ASU TopoPattern-white.pngGoogle Shape;207;p26"/>
          <p:cNvPicPr>
            <a:picLocks noChangeAspect="1"/>
          </p:cNvPicPr>
          <p:nvPr/>
        </p:nvPicPr>
        <p:blipFill>
          <a:blip r:embed="rId3">
            <a:alphaModFix amt="75000"/>
            <a:extLst/>
          </a:blip>
          <a:srcRect l="27015" t="0" r="65175" b="48864"/>
          <a:stretch>
            <a:fillRect/>
          </a:stretch>
        </p:blipFill>
        <p:spPr>
          <a:xfrm>
            <a:off x="0" y="12200"/>
            <a:ext cx="187525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48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19_1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49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49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49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49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9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00" name="Title Text"/>
          <p:cNvSpPr txBox="1"/>
          <p:nvPr>
            <p:ph type="title"/>
          </p:nvPr>
        </p:nvSpPr>
        <p:spPr>
          <a:xfrm>
            <a:off x="338324" y="320049"/>
            <a:ext cx="8384701" cy="3728101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Title Text</a:t>
            </a:r>
          </a:p>
        </p:txBody>
      </p:sp>
      <p:sp>
        <p:nvSpPr>
          <p:cNvPr id="501" name="Body Level One…"/>
          <p:cNvSpPr txBox="1"/>
          <p:nvPr>
            <p:ph type="body" sz="quarter" idx="1"/>
          </p:nvPr>
        </p:nvSpPr>
        <p:spPr>
          <a:xfrm>
            <a:off x="338324" y="4024424"/>
            <a:ext cx="8467502" cy="349501"/>
          </a:xfrm>
          <a:prstGeom prst="rect">
            <a:avLst/>
          </a:prstGeom>
        </p:spPr>
        <p:txBody>
          <a:bodyPr/>
          <a:lstStyle>
            <a:lvl1pPr marL="342900" indent="-228600">
              <a:lnSpc>
                <a:spcPct val="100000"/>
              </a:lnSpc>
              <a:buClrTx/>
              <a:buSzTx/>
              <a:buFontTx/>
              <a:buNone/>
              <a:defRPr b="1" sz="1200"/>
            </a:lvl1pPr>
            <a:lvl2pPr marL="342900" indent="254000">
              <a:lnSpc>
                <a:spcPct val="100000"/>
              </a:lnSpc>
              <a:buClrTx/>
              <a:buSzTx/>
              <a:buFontTx/>
              <a:buNone/>
              <a:defRPr b="1" sz="1200"/>
            </a:lvl2pPr>
            <a:lvl3pPr marL="342900" indent="723900">
              <a:lnSpc>
                <a:spcPct val="100000"/>
              </a:lnSpc>
              <a:buClrTx/>
              <a:buSzTx/>
              <a:buFontTx/>
              <a:buNone/>
              <a:defRPr b="1" sz="1200"/>
            </a:lvl3pPr>
            <a:lvl4pPr marL="342900" indent="1193800">
              <a:lnSpc>
                <a:spcPct val="100000"/>
              </a:lnSpc>
              <a:buClrTx/>
              <a:buSzTx/>
              <a:buFontTx/>
              <a:buNone/>
              <a:defRPr b="1" sz="1200"/>
            </a:lvl4pPr>
            <a:lvl5pPr marL="342900" indent="1651000">
              <a:lnSpc>
                <a:spcPct val="100000"/>
              </a:lnSpc>
              <a:buClrTx/>
              <a:buSzTx/>
              <a:buFontTx/>
              <a:buNone/>
              <a:defRPr b="1"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02" name="Google Shape;211;p27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503" name="250415-ASU TopoPattern-white.pngGoogle Shape;212;p27" descr="250415-ASU TopoPattern-white.pngGoogle Shape;212;p27"/>
          <p:cNvPicPr>
            <a:picLocks noChangeAspect="1"/>
          </p:cNvPicPr>
          <p:nvPr/>
        </p:nvPicPr>
        <p:blipFill>
          <a:blip r:embed="rId3">
            <a:alphaModFix amt="75000"/>
            <a:extLst/>
          </a:blip>
          <a:srcRect l="27015" t="0" r="65175" b="48864"/>
          <a:stretch>
            <a:fillRect/>
          </a:stretch>
        </p:blipFill>
        <p:spPr>
          <a:xfrm>
            <a:off x="0" y="12200"/>
            <a:ext cx="187525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50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19_1_3_1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512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513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514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515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16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17" name="Title Text"/>
          <p:cNvSpPr txBox="1"/>
          <p:nvPr>
            <p:ph type="title"/>
          </p:nvPr>
        </p:nvSpPr>
        <p:spPr>
          <a:xfrm>
            <a:off x="338425" y="2327949"/>
            <a:ext cx="8467201" cy="2046001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pPr/>
            <a:r>
              <a:t>Title Text</a:t>
            </a:r>
          </a:p>
        </p:txBody>
      </p:sp>
      <p:sp>
        <p:nvSpPr>
          <p:cNvPr id="518" name="Body Level One…"/>
          <p:cNvSpPr txBox="1"/>
          <p:nvPr>
            <p:ph type="body" sz="quarter" idx="1"/>
          </p:nvPr>
        </p:nvSpPr>
        <p:spPr>
          <a:xfrm>
            <a:off x="338324" y="1718997"/>
            <a:ext cx="8467202" cy="609001"/>
          </a:xfrm>
          <a:prstGeom prst="rect">
            <a:avLst/>
          </a:prstGeom>
        </p:spPr>
        <p:txBody>
          <a:bodyPr anchor="b"/>
          <a:lstStyle>
            <a:lvl1pPr marL="342900" indent="-2286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1pPr>
            <a:lvl2pPr marL="342900" indent="2540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2pPr>
            <a:lvl3pPr marL="342900" indent="7239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3pPr>
            <a:lvl4pPr marL="342900" indent="11938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4pPr>
            <a:lvl5pPr marL="342900" indent="16510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19" name="Google Shape;216;p28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520" name="Google Shape;217;p28" descr="Google Shape;217;p28"/>
          <p:cNvPicPr>
            <a:picLocks noChangeAspect="1"/>
          </p:cNvPicPr>
          <p:nvPr/>
        </p:nvPicPr>
        <p:blipFill>
          <a:blip r:embed="rId3">
            <a:extLst/>
          </a:blip>
          <a:srcRect l="0" t="0" r="57818" b="0"/>
          <a:stretch>
            <a:fillRect/>
          </a:stretch>
        </p:blipFill>
        <p:spPr>
          <a:xfrm>
            <a:off x="202517" y="4462839"/>
            <a:ext cx="787452" cy="518127"/>
          </a:xfrm>
          <a:prstGeom prst="rect">
            <a:avLst/>
          </a:prstGeom>
          <a:ln w="12700">
            <a:miter lim="400000"/>
          </a:ln>
        </p:spPr>
      </p:pic>
      <p:sp>
        <p:nvSpPr>
          <p:cNvPr id="5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19_1_3_1_1_2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52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53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53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3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34" name="Title Text"/>
          <p:cNvSpPr txBox="1"/>
          <p:nvPr>
            <p:ph type="title"/>
          </p:nvPr>
        </p:nvSpPr>
        <p:spPr>
          <a:xfrm>
            <a:off x="338324" y="2192625"/>
            <a:ext cx="8467202" cy="2181301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535" name="Body Level One…"/>
          <p:cNvSpPr txBox="1"/>
          <p:nvPr>
            <p:ph type="body" sz="quarter" idx="1"/>
          </p:nvPr>
        </p:nvSpPr>
        <p:spPr>
          <a:xfrm>
            <a:off x="338425" y="1579366"/>
            <a:ext cx="8467201" cy="613201"/>
          </a:xfrm>
          <a:prstGeom prst="rect">
            <a:avLst/>
          </a:prstGeom>
        </p:spPr>
        <p:txBody>
          <a:bodyPr anchor="b"/>
          <a:lstStyle>
            <a:lvl1pPr marL="342900" indent="-228600">
              <a:lnSpc>
                <a:spcPct val="100000"/>
              </a:lnSpc>
              <a:buClrTx/>
              <a:buSzTx/>
              <a:buFontTx/>
              <a:buNone/>
              <a:defRPr b="1" sz="1200"/>
            </a:lvl1pPr>
            <a:lvl2pPr marL="342900" indent="254000">
              <a:lnSpc>
                <a:spcPct val="100000"/>
              </a:lnSpc>
              <a:buClrTx/>
              <a:buSzTx/>
              <a:buFontTx/>
              <a:buNone/>
              <a:defRPr b="1" sz="1200"/>
            </a:lvl2pPr>
            <a:lvl3pPr marL="342900" indent="723900">
              <a:lnSpc>
                <a:spcPct val="100000"/>
              </a:lnSpc>
              <a:buClrTx/>
              <a:buSzTx/>
              <a:buFontTx/>
              <a:buNone/>
              <a:defRPr b="1" sz="1200"/>
            </a:lvl3pPr>
            <a:lvl4pPr marL="342900" indent="1193800">
              <a:lnSpc>
                <a:spcPct val="100000"/>
              </a:lnSpc>
              <a:buClrTx/>
              <a:buSzTx/>
              <a:buFontTx/>
              <a:buNone/>
              <a:defRPr b="1" sz="1200"/>
            </a:lvl4pPr>
            <a:lvl5pPr marL="342900" indent="1651000">
              <a:lnSpc>
                <a:spcPct val="100000"/>
              </a:lnSpc>
              <a:buClrTx/>
              <a:buSzTx/>
              <a:buFontTx/>
              <a:buNone/>
              <a:defRPr b="1"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36" name="Google Shape;221;p29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537" name="Google Shape;222;p29" descr="Google Shape;222;p29"/>
          <p:cNvPicPr>
            <a:picLocks noChangeAspect="1"/>
          </p:cNvPicPr>
          <p:nvPr/>
        </p:nvPicPr>
        <p:blipFill>
          <a:blip r:embed="rId3">
            <a:extLst/>
          </a:blip>
          <a:srcRect l="7060" t="13180" r="5884" b="8919"/>
          <a:stretch>
            <a:fillRect/>
          </a:stretch>
        </p:blipFill>
        <p:spPr>
          <a:xfrm>
            <a:off x="270537" y="4525502"/>
            <a:ext cx="769576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53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19_1_1_4_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54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54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54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54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5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551" name="250415-ASU TopoPattern-white.pngGoogle Shape;224;p30" descr="250415-ASU TopoPattern-white.pngGoogle Shape;224;p30"/>
          <p:cNvPicPr>
            <a:picLocks noChangeAspect="1"/>
          </p:cNvPicPr>
          <p:nvPr/>
        </p:nvPicPr>
        <p:blipFill>
          <a:blip r:embed="rId3">
            <a:alphaModFix amt="75000"/>
            <a:extLst/>
          </a:blip>
          <a:srcRect l="27015" t="0" r="65175" b="48864"/>
          <a:stretch>
            <a:fillRect/>
          </a:stretch>
        </p:blipFill>
        <p:spPr>
          <a:xfrm>
            <a:off x="0" y="12200"/>
            <a:ext cx="187525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552" name="Google Shape;225;p30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553" name="Google Shape;226;p30" descr="Google Shape;226;p30"/>
          <p:cNvPicPr>
            <a:picLocks noChangeAspect="1"/>
          </p:cNvPicPr>
          <p:nvPr/>
        </p:nvPicPr>
        <p:blipFill>
          <a:blip r:embed="rId4">
            <a:extLst/>
          </a:blip>
          <a:srcRect l="7060" t="13180" r="5884" b="8919"/>
          <a:stretch>
            <a:fillRect/>
          </a:stretch>
        </p:blipFill>
        <p:spPr>
          <a:xfrm>
            <a:off x="270537" y="4525502"/>
            <a:ext cx="769576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554" name="Title Text"/>
          <p:cNvSpPr txBox="1"/>
          <p:nvPr>
            <p:ph type="title"/>
          </p:nvPr>
        </p:nvSpPr>
        <p:spPr>
          <a:xfrm>
            <a:off x="338324" y="2174300"/>
            <a:ext cx="8467502" cy="2199601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555" name="Body Level One…"/>
          <p:cNvSpPr txBox="1"/>
          <p:nvPr>
            <p:ph type="body" sz="quarter" idx="1"/>
          </p:nvPr>
        </p:nvSpPr>
        <p:spPr>
          <a:xfrm>
            <a:off x="352250" y="1639209"/>
            <a:ext cx="8439601" cy="570001"/>
          </a:xfrm>
          <a:prstGeom prst="rect">
            <a:avLst/>
          </a:prstGeom>
        </p:spPr>
        <p:txBody>
          <a:bodyPr anchor="b"/>
          <a:lstStyle>
            <a:lvl1pPr marL="342900" indent="-2286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1pPr>
            <a:lvl2pPr marL="342900" indent="2540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2pPr>
            <a:lvl3pPr marL="342900" indent="7239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3pPr>
            <a:lvl4pPr marL="342900" indent="11938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4pPr>
            <a:lvl5pPr marL="342900" indent="16510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5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19_1_1_4_1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564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565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566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567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68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69" name="Title Text"/>
          <p:cNvSpPr txBox="1"/>
          <p:nvPr>
            <p:ph type="title"/>
          </p:nvPr>
        </p:nvSpPr>
        <p:spPr>
          <a:xfrm>
            <a:off x="338324" y="2184150"/>
            <a:ext cx="8467502" cy="2189702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570" name="Body Level One…"/>
          <p:cNvSpPr txBox="1"/>
          <p:nvPr>
            <p:ph type="body" sz="quarter" idx="1"/>
          </p:nvPr>
        </p:nvSpPr>
        <p:spPr>
          <a:xfrm>
            <a:off x="352250" y="1589340"/>
            <a:ext cx="8439601" cy="629700"/>
          </a:xfrm>
          <a:prstGeom prst="rect">
            <a:avLst/>
          </a:prstGeom>
        </p:spPr>
        <p:txBody>
          <a:bodyPr anchor="b"/>
          <a:lstStyle>
            <a:lvl1pPr marL="342900" indent="-2286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1pPr>
            <a:lvl2pPr marL="342900" indent="2540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2pPr>
            <a:lvl3pPr marL="342900" indent="7239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3pPr>
            <a:lvl4pPr marL="342900" indent="11938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4pPr>
            <a:lvl5pPr marL="342900" indent="1651000">
              <a:lnSpc>
                <a:spcPct val="100000"/>
              </a:lnSpc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1" name="Google Shape;232;p31"/>
          <p:cNvSpPr/>
          <p:nvPr/>
        </p:nvSpPr>
        <p:spPr>
          <a:xfrm>
            <a:off x="3799" y="2549"/>
            <a:ext cx="144602" cy="51435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572" name="Google Shape;233;p31"/>
          <p:cNvSpPr/>
          <p:nvPr/>
        </p:nvSpPr>
        <p:spPr>
          <a:xfrm>
            <a:off x="-348650" y="4373800"/>
            <a:ext cx="267301" cy="7746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57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3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58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58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58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58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8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586" name="Google Shape;235;p32" descr="Google Shape;235;p32"/>
          <p:cNvPicPr>
            <a:picLocks noChangeAspect="1"/>
          </p:cNvPicPr>
          <p:nvPr/>
        </p:nvPicPr>
        <p:blipFill>
          <a:blip r:embed="rId3">
            <a:extLst/>
          </a:blip>
          <a:srcRect l="0" t="0" r="0" b="32487"/>
          <a:stretch>
            <a:fillRect/>
          </a:stretch>
        </p:blipFill>
        <p:spPr>
          <a:xfrm>
            <a:off x="0" y="1556099"/>
            <a:ext cx="9144004" cy="3585126"/>
          </a:xfrm>
          <a:prstGeom prst="rect">
            <a:avLst/>
          </a:prstGeom>
          <a:ln w="12700">
            <a:miter lim="400000"/>
          </a:ln>
        </p:spPr>
      </p:pic>
      <p:sp>
        <p:nvSpPr>
          <p:cNvPr id="587" name="Google Shape;236;p32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588" name="Title Text"/>
          <p:cNvSpPr txBox="1"/>
          <p:nvPr>
            <p:ph type="title"/>
          </p:nvPr>
        </p:nvSpPr>
        <p:spPr>
          <a:xfrm>
            <a:off x="4450" y="1811024"/>
            <a:ext cx="9144001" cy="1503001"/>
          </a:xfrm>
          <a:prstGeom prst="rect">
            <a:avLst/>
          </a:prstGeom>
          <a:solidFill>
            <a:schemeClr val="accent1"/>
          </a:solidFill>
        </p:spPr>
        <p:txBody>
          <a:bodyPr lIns="182875" tIns="182875" rIns="182875" bIns="182875" anchor="ctr"/>
          <a:lstStyle>
            <a:lvl1pPr>
              <a:defRPr sz="3600"/>
            </a:lvl1pPr>
          </a:lstStyle>
          <a:p>
            <a:pPr/>
            <a:r>
              <a:t>Title Text</a:t>
            </a:r>
          </a:p>
        </p:txBody>
      </p:sp>
      <p:sp>
        <p:nvSpPr>
          <p:cNvPr id="589" name="Body Level One…"/>
          <p:cNvSpPr txBox="1"/>
          <p:nvPr>
            <p:ph type="body" sz="quarter" idx="1"/>
          </p:nvPr>
        </p:nvSpPr>
        <p:spPr>
          <a:xfrm>
            <a:off x="344524" y="1299500"/>
            <a:ext cx="4233602" cy="593401"/>
          </a:xfrm>
          <a:prstGeom prst="rect">
            <a:avLst/>
          </a:prstGeom>
        </p:spPr>
        <p:txBody>
          <a:bodyPr anchor="b"/>
          <a:lstStyle>
            <a:lvl1pPr marL="342900" indent="-2286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1pPr>
            <a:lvl2pPr marL="342900" indent="2540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2pPr>
            <a:lvl3pPr marL="342900" indent="7239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3pPr>
            <a:lvl4pPr marL="342900" indent="11938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4pPr>
            <a:lvl5pPr marL="342900" indent="16510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9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598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599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600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601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602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603" name="Google Shape;240;p33" descr="Google Shape;240;p33"/>
          <p:cNvPicPr>
            <a:picLocks noChangeAspect="1"/>
          </p:cNvPicPr>
          <p:nvPr/>
        </p:nvPicPr>
        <p:blipFill>
          <a:blip r:embed="rId3">
            <a:extLst/>
          </a:blip>
          <a:srcRect l="0" t="0" r="0" b="53804"/>
          <a:stretch>
            <a:fillRect/>
          </a:stretch>
        </p:blipFill>
        <p:spPr>
          <a:xfrm>
            <a:off x="0" y="-2226"/>
            <a:ext cx="9144004" cy="2378151"/>
          </a:xfrm>
          <a:prstGeom prst="rect">
            <a:avLst/>
          </a:prstGeom>
          <a:ln w="12700">
            <a:miter lim="400000"/>
          </a:ln>
        </p:spPr>
      </p:pic>
      <p:sp>
        <p:nvSpPr>
          <p:cNvPr id="604" name="Google Shape;241;p33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605" name="Title Text"/>
          <p:cNvSpPr txBox="1"/>
          <p:nvPr>
            <p:ph type="title"/>
          </p:nvPr>
        </p:nvSpPr>
        <p:spPr>
          <a:xfrm>
            <a:off x="4450" y="1811024"/>
            <a:ext cx="9144001" cy="1503001"/>
          </a:xfrm>
          <a:prstGeom prst="rect">
            <a:avLst/>
          </a:prstGeom>
          <a:solidFill>
            <a:srgbClr val="191919"/>
          </a:solidFill>
        </p:spPr>
        <p:txBody>
          <a:bodyPr lIns="182875" tIns="182875" rIns="182875" bIns="182875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606" name="Body Level One…"/>
          <p:cNvSpPr txBox="1"/>
          <p:nvPr>
            <p:ph type="body" sz="quarter" idx="1"/>
          </p:nvPr>
        </p:nvSpPr>
        <p:spPr>
          <a:xfrm>
            <a:off x="344524" y="1299500"/>
            <a:ext cx="4233602" cy="598501"/>
          </a:xfrm>
          <a:prstGeom prst="rect">
            <a:avLst/>
          </a:prstGeom>
        </p:spPr>
        <p:txBody>
          <a:bodyPr anchor="b"/>
          <a:lstStyle>
            <a:lvl1pPr marL="342900" indent="-228600">
              <a:buClrTx/>
              <a:buSzTx/>
              <a:buFontTx/>
              <a:buNone/>
              <a:defRPr b="1" sz="1200"/>
            </a:lvl1pPr>
            <a:lvl2pPr marL="342900" indent="254000">
              <a:buClrTx/>
              <a:buSzTx/>
              <a:buFontTx/>
              <a:buNone/>
              <a:defRPr b="1" sz="1200"/>
            </a:lvl2pPr>
            <a:lvl3pPr marL="342900" indent="723900">
              <a:buClrTx/>
              <a:buSzTx/>
              <a:buFontTx/>
              <a:buNone/>
              <a:defRPr b="1" sz="1200"/>
            </a:lvl3pPr>
            <a:lvl4pPr marL="342900" indent="1193800">
              <a:buClrTx/>
              <a:buSzTx/>
              <a:buFontTx/>
              <a:buNone/>
              <a:defRPr b="1" sz="1200"/>
            </a:lvl4pPr>
            <a:lvl5pPr marL="342900" indent="1651000">
              <a:buClrTx/>
              <a:buSzTx/>
              <a:buFontTx/>
              <a:buNone/>
              <a:defRPr b="1"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0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61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61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61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61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61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620" name="Google Shape;245;p34"/>
          <p:cNvSpPr/>
          <p:nvPr/>
        </p:nvSpPr>
        <p:spPr>
          <a:xfrm>
            <a:off x="16724" y="1798675"/>
            <a:ext cx="9144001" cy="154260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621" name="Google Shape;246;p34" descr="Google Shape;246;p34"/>
          <p:cNvPicPr>
            <a:picLocks noChangeAspect="1"/>
          </p:cNvPicPr>
          <p:nvPr/>
        </p:nvPicPr>
        <p:blipFill>
          <a:blip r:embed="rId3">
            <a:extLst/>
          </a:blip>
          <a:srcRect l="19" t="0" r="28" b="0"/>
          <a:stretch>
            <a:fillRect/>
          </a:stretch>
        </p:blipFill>
        <p:spPr>
          <a:xfrm>
            <a:off x="0" y="-3001"/>
            <a:ext cx="9144004" cy="5145951"/>
          </a:xfrm>
          <a:prstGeom prst="rect">
            <a:avLst/>
          </a:prstGeom>
          <a:ln w="12700">
            <a:miter lim="400000"/>
          </a:ln>
        </p:spPr>
      </p:pic>
      <p:sp>
        <p:nvSpPr>
          <p:cNvPr id="622" name="Google Shape;247;p34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623" name="Title Text"/>
          <p:cNvSpPr txBox="1"/>
          <p:nvPr>
            <p:ph type="title"/>
          </p:nvPr>
        </p:nvSpPr>
        <p:spPr>
          <a:xfrm>
            <a:off x="0" y="1798675"/>
            <a:ext cx="8805600" cy="1542601"/>
          </a:xfrm>
          <a:prstGeom prst="rect">
            <a:avLst/>
          </a:prstGeom>
        </p:spPr>
        <p:txBody>
          <a:bodyPr lIns="182875" tIns="182875" rIns="182875" bIns="182875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624" name="Body Level One…"/>
          <p:cNvSpPr txBox="1"/>
          <p:nvPr>
            <p:ph type="body" sz="quarter" idx="1"/>
          </p:nvPr>
        </p:nvSpPr>
        <p:spPr>
          <a:xfrm>
            <a:off x="344524" y="1299500"/>
            <a:ext cx="4233602" cy="598501"/>
          </a:xfrm>
          <a:prstGeom prst="rect">
            <a:avLst/>
          </a:prstGeom>
        </p:spPr>
        <p:txBody>
          <a:bodyPr anchor="b"/>
          <a:lstStyle>
            <a:lvl1pPr marL="342900" indent="-2286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1pPr>
            <a:lvl2pPr marL="342900" indent="2540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2pPr>
            <a:lvl3pPr marL="342900" indent="7239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3pPr>
            <a:lvl4pPr marL="342900" indent="11938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4pPr>
            <a:lvl5pPr marL="342900" indent="16510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63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63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63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63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63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638" name="Google Shape;251;p35"/>
          <p:cNvSpPr txBox="1"/>
          <p:nvPr/>
        </p:nvSpPr>
        <p:spPr>
          <a:xfrm>
            <a:off x="2577574" y="2065932"/>
            <a:ext cx="6228002" cy="10114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0000"/>
              </a:lnSpc>
              <a:defRPr b="1" sz="7200">
                <a:solidFill>
                  <a:srgbClr val="FFFFFF"/>
                </a:solidFill>
              </a:defRPr>
            </a:lvl1pPr>
          </a:lstStyle>
          <a:p>
            <a:pPr/>
            <a:r>
              <a:t>Text-focused </a:t>
            </a:r>
          </a:p>
        </p:txBody>
      </p:sp>
      <p:sp>
        <p:nvSpPr>
          <p:cNvPr id="639" name="Google Shape;252;p35"/>
          <p:cNvSpPr/>
          <p:nvPr/>
        </p:nvSpPr>
        <p:spPr>
          <a:xfrm>
            <a:off x="-1" y="0"/>
            <a:ext cx="2168402" cy="5143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4035" y="0"/>
                </a:lnTo>
                <a:lnTo>
                  <a:pt x="14035" y="9662"/>
                </a:lnTo>
                <a:lnTo>
                  <a:pt x="16200" y="9662"/>
                </a:lnTo>
                <a:lnTo>
                  <a:pt x="16200" y="8523"/>
                </a:lnTo>
                <a:lnTo>
                  <a:pt x="21600" y="10800"/>
                </a:lnTo>
                <a:lnTo>
                  <a:pt x="16200" y="13077"/>
                </a:lnTo>
                <a:lnTo>
                  <a:pt x="16200" y="11938"/>
                </a:lnTo>
                <a:lnTo>
                  <a:pt x="14035" y="11938"/>
                </a:lnTo>
                <a:lnTo>
                  <a:pt x="14035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640" name="Google Shape;253;p35"/>
          <p:cNvSpPr/>
          <p:nvPr/>
        </p:nvSpPr>
        <p:spPr>
          <a:xfrm>
            <a:off x="-387976" y="41665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6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64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65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65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65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65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654" name="Body Level One…"/>
          <p:cNvSpPr txBox="1"/>
          <p:nvPr>
            <p:ph type="body" idx="1"/>
          </p:nvPr>
        </p:nvSpPr>
        <p:spPr>
          <a:xfrm>
            <a:off x="338324" y="1095050"/>
            <a:ext cx="8467202" cy="3278700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55" name="Title Text"/>
          <p:cNvSpPr txBox="1"/>
          <p:nvPr>
            <p:ph type="title"/>
          </p:nvPr>
        </p:nvSpPr>
        <p:spPr>
          <a:xfrm>
            <a:off x="338324" y="320049"/>
            <a:ext cx="8467202" cy="4353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65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664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665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666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667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668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669" name="Google Shape;259;p37" descr="Google Shape;259;p37"/>
          <p:cNvPicPr>
            <a:picLocks noChangeAspect="1"/>
          </p:cNvPicPr>
          <p:nvPr/>
        </p:nvPicPr>
        <p:blipFill>
          <a:blip r:embed="rId3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670" name="Body Level One…"/>
          <p:cNvSpPr txBox="1"/>
          <p:nvPr>
            <p:ph type="body" idx="1"/>
          </p:nvPr>
        </p:nvSpPr>
        <p:spPr>
          <a:xfrm>
            <a:off x="338324" y="1095050"/>
            <a:ext cx="8467202" cy="3278700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71" name="Title Text"/>
          <p:cNvSpPr txBox="1"/>
          <p:nvPr>
            <p:ph type="title"/>
          </p:nvPr>
        </p:nvSpPr>
        <p:spPr>
          <a:xfrm>
            <a:off x="338324" y="320049"/>
            <a:ext cx="84672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6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3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680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681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682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683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684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685" name="Google Shape;264;p38" descr="Google Shape;264;p38"/>
          <p:cNvPicPr>
            <a:picLocks noChangeAspect="1"/>
          </p:cNvPicPr>
          <p:nvPr/>
        </p:nvPicPr>
        <p:blipFill>
          <a:blip r:embed="rId3">
            <a:extLst/>
          </a:blip>
          <a:srcRect l="7060" t="13180" r="5884" b="8919"/>
          <a:stretch>
            <a:fillRect/>
          </a:stretch>
        </p:blipFill>
        <p:spPr>
          <a:xfrm>
            <a:off x="8146074" y="4529399"/>
            <a:ext cx="769575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686" name="Body Level One…"/>
          <p:cNvSpPr txBox="1"/>
          <p:nvPr>
            <p:ph type="body" idx="1"/>
          </p:nvPr>
        </p:nvSpPr>
        <p:spPr>
          <a:xfrm>
            <a:off x="338324" y="1095050"/>
            <a:ext cx="8467202" cy="3278700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7" name="Title Text"/>
          <p:cNvSpPr txBox="1"/>
          <p:nvPr>
            <p:ph type="title"/>
          </p:nvPr>
        </p:nvSpPr>
        <p:spPr>
          <a:xfrm>
            <a:off x="338324" y="320049"/>
            <a:ext cx="84672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68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3_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69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69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69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69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0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01" name="Body Level One…"/>
          <p:cNvSpPr txBox="1"/>
          <p:nvPr>
            <p:ph type="body" idx="1"/>
          </p:nvPr>
        </p:nvSpPr>
        <p:spPr>
          <a:xfrm>
            <a:off x="338324" y="1095050"/>
            <a:ext cx="8467202" cy="3278700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02" name="Title Text"/>
          <p:cNvSpPr txBox="1"/>
          <p:nvPr>
            <p:ph type="title"/>
          </p:nvPr>
        </p:nvSpPr>
        <p:spPr>
          <a:xfrm>
            <a:off x="336188" y="320049"/>
            <a:ext cx="8467201" cy="404101"/>
          </a:xfrm>
          <a:prstGeom prst="rect">
            <a:avLst/>
          </a:prstGeom>
        </p:spPr>
        <p:txBody>
          <a:bodyPr/>
          <a:lstStyle>
            <a:lvl1pPr>
              <a:lnSpc>
                <a:spcPct val="85000"/>
              </a:lnSpc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70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3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71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1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71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71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1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716" name="Google Shape;273;p40" descr="Google Shape;273;p40"/>
          <p:cNvPicPr>
            <a:picLocks noChangeAspect="1"/>
          </p:cNvPicPr>
          <p:nvPr/>
        </p:nvPicPr>
        <p:blipFill>
          <a:blip r:embed="rId3">
            <a:extLst/>
          </a:blip>
          <a:srcRect l="7060" t="13180" r="5884" b="8919"/>
          <a:stretch>
            <a:fillRect/>
          </a:stretch>
        </p:blipFill>
        <p:spPr>
          <a:xfrm>
            <a:off x="8146074" y="4529399"/>
            <a:ext cx="769575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717" name="Body Level One…"/>
          <p:cNvSpPr txBox="1"/>
          <p:nvPr>
            <p:ph type="body" idx="1"/>
          </p:nvPr>
        </p:nvSpPr>
        <p:spPr>
          <a:xfrm>
            <a:off x="338613" y="1095050"/>
            <a:ext cx="8467201" cy="3278700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18" name="Title Text"/>
          <p:cNvSpPr txBox="1"/>
          <p:nvPr>
            <p:ph type="title"/>
          </p:nvPr>
        </p:nvSpPr>
        <p:spPr>
          <a:xfrm>
            <a:off x="336188" y="320049"/>
            <a:ext cx="8467201" cy="404101"/>
          </a:xfrm>
          <a:prstGeom prst="rect">
            <a:avLst/>
          </a:prstGeom>
        </p:spPr>
        <p:txBody>
          <a:bodyPr/>
          <a:lstStyle>
            <a:lvl1pPr>
              <a:lnSpc>
                <a:spcPct val="85000"/>
              </a:lnSpc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7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727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28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729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730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31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32" name="Body Level One…"/>
          <p:cNvSpPr txBox="1"/>
          <p:nvPr>
            <p:ph type="body" sz="half" idx="1"/>
          </p:nvPr>
        </p:nvSpPr>
        <p:spPr>
          <a:xfrm>
            <a:off x="338324" y="1125699"/>
            <a:ext cx="4188002" cy="3248101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33" name="Google Shape;279;p41"/>
          <p:cNvSpPr txBox="1"/>
          <p:nvPr>
            <p:ph type="body" sz="half" idx="21"/>
          </p:nvPr>
        </p:nvSpPr>
        <p:spPr>
          <a:xfrm>
            <a:off x="4617725" y="1125699"/>
            <a:ext cx="4188001" cy="324810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34" name="Title Text"/>
          <p:cNvSpPr txBox="1"/>
          <p:nvPr>
            <p:ph type="title"/>
          </p:nvPr>
        </p:nvSpPr>
        <p:spPr>
          <a:xfrm>
            <a:off x="338324" y="320049"/>
            <a:ext cx="84672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3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74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4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74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74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4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48" name="Body Level One…"/>
          <p:cNvSpPr txBox="1"/>
          <p:nvPr>
            <p:ph type="body" sz="half" idx="1"/>
          </p:nvPr>
        </p:nvSpPr>
        <p:spPr>
          <a:xfrm>
            <a:off x="338324" y="1125699"/>
            <a:ext cx="4188002" cy="3248101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9" name="Google Shape;284;p42"/>
          <p:cNvSpPr txBox="1"/>
          <p:nvPr>
            <p:ph type="body" sz="half" idx="21"/>
          </p:nvPr>
        </p:nvSpPr>
        <p:spPr>
          <a:xfrm>
            <a:off x="4617725" y="1125699"/>
            <a:ext cx="4188001" cy="3248101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50" name="Title Text"/>
          <p:cNvSpPr txBox="1"/>
          <p:nvPr>
            <p:ph type="title"/>
          </p:nvPr>
        </p:nvSpPr>
        <p:spPr>
          <a:xfrm>
            <a:off x="338324" y="320049"/>
            <a:ext cx="8467202" cy="404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5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3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75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6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76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76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6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64" name="Body Level One…"/>
          <p:cNvSpPr txBox="1"/>
          <p:nvPr>
            <p:ph type="body" sz="quarter" idx="1"/>
          </p:nvPr>
        </p:nvSpPr>
        <p:spPr>
          <a:xfrm>
            <a:off x="420899" y="1125699"/>
            <a:ext cx="2725201" cy="3050702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5" name="Google Shape;289;p43"/>
          <p:cNvSpPr txBox="1"/>
          <p:nvPr>
            <p:ph type="body" sz="quarter" idx="21"/>
          </p:nvPr>
        </p:nvSpPr>
        <p:spPr>
          <a:xfrm>
            <a:off x="3206742" y="1125699"/>
            <a:ext cx="2707201" cy="305070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66" name="Google Shape;290;p43"/>
          <p:cNvSpPr txBox="1"/>
          <p:nvPr>
            <p:ph type="body" sz="quarter" idx="22"/>
          </p:nvPr>
        </p:nvSpPr>
        <p:spPr>
          <a:xfrm>
            <a:off x="5988999" y="1125699"/>
            <a:ext cx="2707201" cy="305070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67" name="Title Text"/>
          <p:cNvSpPr txBox="1"/>
          <p:nvPr>
            <p:ph type="title"/>
          </p:nvPr>
        </p:nvSpPr>
        <p:spPr>
          <a:xfrm>
            <a:off x="338324" y="320049"/>
            <a:ext cx="84672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3_2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77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7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77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77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8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81" name="Body Level One…"/>
          <p:cNvSpPr txBox="1"/>
          <p:nvPr>
            <p:ph type="body" sz="quarter" idx="1"/>
          </p:nvPr>
        </p:nvSpPr>
        <p:spPr>
          <a:xfrm>
            <a:off x="420899" y="1125699"/>
            <a:ext cx="2725201" cy="3050702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82" name="Google Shape;295;p44"/>
          <p:cNvSpPr txBox="1"/>
          <p:nvPr>
            <p:ph type="body" sz="quarter" idx="21"/>
          </p:nvPr>
        </p:nvSpPr>
        <p:spPr>
          <a:xfrm>
            <a:off x="3206742" y="1125699"/>
            <a:ext cx="2707201" cy="3050702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83" name="Google Shape;296;p44"/>
          <p:cNvSpPr txBox="1"/>
          <p:nvPr>
            <p:ph type="body" sz="quarter" idx="22"/>
          </p:nvPr>
        </p:nvSpPr>
        <p:spPr>
          <a:xfrm>
            <a:off x="5988999" y="1125699"/>
            <a:ext cx="2707201" cy="3050702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84" name="Title Text"/>
          <p:cNvSpPr txBox="1"/>
          <p:nvPr>
            <p:ph type="title"/>
          </p:nvPr>
        </p:nvSpPr>
        <p:spPr>
          <a:xfrm>
            <a:off x="336188" y="320049"/>
            <a:ext cx="8467201" cy="404101"/>
          </a:xfrm>
          <a:prstGeom prst="rect">
            <a:avLst/>
          </a:prstGeom>
        </p:spPr>
        <p:txBody>
          <a:bodyPr/>
          <a:lstStyle>
            <a:lvl1pPr>
              <a:lnSpc>
                <a:spcPct val="85000"/>
              </a:lnSpc>
              <a:defRPr>
                <a:solidFill>
                  <a:schemeClr val="accent1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7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3_2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79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9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79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79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9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98" name="Body Level One…"/>
          <p:cNvSpPr txBox="1"/>
          <p:nvPr>
            <p:ph type="body" sz="quarter" idx="1"/>
          </p:nvPr>
        </p:nvSpPr>
        <p:spPr>
          <a:xfrm>
            <a:off x="420899" y="1125699"/>
            <a:ext cx="1993202" cy="3050702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99" name="Google Shape;301;p45"/>
          <p:cNvSpPr txBox="1"/>
          <p:nvPr>
            <p:ph type="body" sz="quarter" idx="21"/>
          </p:nvPr>
        </p:nvSpPr>
        <p:spPr>
          <a:xfrm>
            <a:off x="2514599" y="1125699"/>
            <a:ext cx="2011802" cy="305070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00" name="Google Shape;302;p45"/>
          <p:cNvSpPr txBox="1"/>
          <p:nvPr>
            <p:ph type="body" sz="quarter" idx="22"/>
          </p:nvPr>
        </p:nvSpPr>
        <p:spPr>
          <a:xfrm>
            <a:off x="4620524" y="1125699"/>
            <a:ext cx="1993201" cy="305070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01" name="Google Shape;303;p45"/>
          <p:cNvSpPr txBox="1"/>
          <p:nvPr>
            <p:ph type="body" sz="quarter" idx="23"/>
          </p:nvPr>
        </p:nvSpPr>
        <p:spPr>
          <a:xfrm>
            <a:off x="6711699" y="1125699"/>
            <a:ext cx="1984201" cy="305070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02" name="Title Text"/>
          <p:cNvSpPr txBox="1"/>
          <p:nvPr>
            <p:ph type="title"/>
          </p:nvPr>
        </p:nvSpPr>
        <p:spPr>
          <a:xfrm>
            <a:off x="338324" y="320049"/>
            <a:ext cx="84672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80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3_2_2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81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81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81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81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81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816" name="Body Level One…"/>
          <p:cNvSpPr txBox="1"/>
          <p:nvPr>
            <p:ph type="body" sz="quarter" idx="1"/>
          </p:nvPr>
        </p:nvSpPr>
        <p:spPr>
          <a:xfrm>
            <a:off x="420899" y="1125699"/>
            <a:ext cx="1993202" cy="3050702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17" name="Google Shape;308;p46"/>
          <p:cNvSpPr txBox="1"/>
          <p:nvPr>
            <p:ph type="body" sz="quarter" idx="21"/>
          </p:nvPr>
        </p:nvSpPr>
        <p:spPr>
          <a:xfrm>
            <a:off x="2514599" y="1125699"/>
            <a:ext cx="2011802" cy="3050702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18" name="Google Shape;309;p46"/>
          <p:cNvSpPr txBox="1"/>
          <p:nvPr>
            <p:ph type="body" sz="quarter" idx="22"/>
          </p:nvPr>
        </p:nvSpPr>
        <p:spPr>
          <a:xfrm>
            <a:off x="4620524" y="1125699"/>
            <a:ext cx="1993201" cy="3050702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19" name="Google Shape;310;p46"/>
          <p:cNvSpPr txBox="1"/>
          <p:nvPr>
            <p:ph type="body" sz="quarter" idx="23"/>
          </p:nvPr>
        </p:nvSpPr>
        <p:spPr>
          <a:xfrm>
            <a:off x="6711699" y="1125699"/>
            <a:ext cx="1984201" cy="3050702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20" name="Title Text"/>
          <p:cNvSpPr txBox="1"/>
          <p:nvPr>
            <p:ph type="title"/>
          </p:nvPr>
        </p:nvSpPr>
        <p:spPr>
          <a:xfrm>
            <a:off x="338324" y="320049"/>
            <a:ext cx="8467202" cy="404101"/>
          </a:xfrm>
          <a:prstGeom prst="rect">
            <a:avLst/>
          </a:prstGeom>
        </p:spPr>
        <p:txBody>
          <a:bodyPr/>
          <a:lstStyle>
            <a:lvl1pPr>
              <a:lnSpc>
                <a:spcPct val="85000"/>
              </a:lnSpc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8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82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83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83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83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83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834" name="Google Shape;314;p47"/>
          <p:cNvSpPr/>
          <p:nvPr/>
        </p:nvSpPr>
        <p:spPr>
          <a:xfrm flipH="1">
            <a:off x="4572456" y="1245695"/>
            <a:ext cx="1" cy="2945401"/>
          </a:xfrm>
          <a:prstGeom prst="line">
            <a:avLst/>
          </a:prstGeom>
          <a:ln w="381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35" name="Body Level One…"/>
          <p:cNvSpPr txBox="1"/>
          <p:nvPr>
            <p:ph type="body" sz="half" idx="1"/>
          </p:nvPr>
        </p:nvSpPr>
        <p:spPr>
          <a:xfrm>
            <a:off x="420899" y="1125699"/>
            <a:ext cx="4031402" cy="3050702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36" name="Google Shape;316;p47"/>
          <p:cNvSpPr txBox="1"/>
          <p:nvPr>
            <p:ph type="body" sz="half" idx="21"/>
          </p:nvPr>
        </p:nvSpPr>
        <p:spPr>
          <a:xfrm>
            <a:off x="4664550" y="1125699"/>
            <a:ext cx="4031401" cy="305070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37" name="Title Text"/>
          <p:cNvSpPr txBox="1"/>
          <p:nvPr>
            <p:ph type="title"/>
          </p:nvPr>
        </p:nvSpPr>
        <p:spPr>
          <a:xfrm>
            <a:off x="338324" y="320049"/>
            <a:ext cx="8467202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</a:lvl1pPr>
          </a:lstStyle>
          <a:p>
            <a:pPr/>
            <a:r>
              <a:t>Title Text</a:t>
            </a:r>
          </a:p>
        </p:txBody>
      </p:sp>
      <p:sp>
        <p:nvSpPr>
          <p:cNvPr id="83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2_2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84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84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84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84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85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851" name="Body Level One…"/>
          <p:cNvSpPr txBox="1"/>
          <p:nvPr>
            <p:ph type="body" sz="quarter" idx="1"/>
          </p:nvPr>
        </p:nvSpPr>
        <p:spPr>
          <a:xfrm>
            <a:off x="420899" y="1125699"/>
            <a:ext cx="2413801" cy="3050702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2" name="Google Shape;321;p48"/>
          <p:cNvSpPr txBox="1"/>
          <p:nvPr>
            <p:ph type="body" sz="quarter" idx="21"/>
          </p:nvPr>
        </p:nvSpPr>
        <p:spPr>
          <a:xfrm>
            <a:off x="3352900" y="1125699"/>
            <a:ext cx="2413800" cy="305070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53" name="Google Shape;322;p48"/>
          <p:cNvSpPr txBox="1"/>
          <p:nvPr>
            <p:ph type="body" sz="quarter" idx="22"/>
          </p:nvPr>
        </p:nvSpPr>
        <p:spPr>
          <a:xfrm>
            <a:off x="6284900" y="1125699"/>
            <a:ext cx="2413801" cy="305070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54" name="Google Shape;323;p48"/>
          <p:cNvSpPr/>
          <p:nvPr/>
        </p:nvSpPr>
        <p:spPr>
          <a:xfrm flipH="1">
            <a:off x="3093809" y="1189524"/>
            <a:ext cx="1" cy="2986801"/>
          </a:xfrm>
          <a:prstGeom prst="line">
            <a:avLst/>
          </a:prstGeom>
          <a:ln w="381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5" name="Google Shape;324;p48"/>
          <p:cNvSpPr/>
          <p:nvPr/>
        </p:nvSpPr>
        <p:spPr>
          <a:xfrm flipH="1">
            <a:off x="6039141" y="1189524"/>
            <a:ext cx="1" cy="2986801"/>
          </a:xfrm>
          <a:prstGeom prst="line">
            <a:avLst/>
          </a:prstGeom>
          <a:ln w="381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6" name="Title Text"/>
          <p:cNvSpPr txBox="1"/>
          <p:nvPr>
            <p:ph type="title"/>
          </p:nvPr>
        </p:nvSpPr>
        <p:spPr>
          <a:xfrm>
            <a:off x="338324" y="320049"/>
            <a:ext cx="8467202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</a:lvl1pPr>
          </a:lstStyle>
          <a:p>
            <a:pPr/>
            <a:r>
              <a:t>Title Text</a:t>
            </a:r>
          </a:p>
        </p:txBody>
      </p:sp>
      <p:sp>
        <p:nvSpPr>
          <p:cNvPr id="8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1_1_3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86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86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86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86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86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870" name="Google Shape;328;p49"/>
          <p:cNvSpPr/>
          <p:nvPr/>
        </p:nvSpPr>
        <p:spPr>
          <a:xfrm flipH="1">
            <a:off x="2466663" y="1189524"/>
            <a:ext cx="1" cy="2986801"/>
          </a:xfrm>
          <a:prstGeom prst="line">
            <a:avLst/>
          </a:prstGeom>
          <a:ln w="381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71" name="Body Level One…"/>
          <p:cNvSpPr txBox="1"/>
          <p:nvPr>
            <p:ph type="body" sz="quarter" idx="1"/>
          </p:nvPr>
        </p:nvSpPr>
        <p:spPr>
          <a:xfrm>
            <a:off x="420899" y="1125699"/>
            <a:ext cx="1900802" cy="3050702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72" name="Google Shape;330;p49"/>
          <p:cNvSpPr/>
          <p:nvPr/>
        </p:nvSpPr>
        <p:spPr>
          <a:xfrm flipH="1">
            <a:off x="4571987" y="1189524"/>
            <a:ext cx="1" cy="2986801"/>
          </a:xfrm>
          <a:prstGeom prst="line">
            <a:avLst/>
          </a:prstGeom>
          <a:ln w="381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73" name="Google Shape;331;p49"/>
          <p:cNvSpPr/>
          <p:nvPr/>
        </p:nvSpPr>
        <p:spPr>
          <a:xfrm>
            <a:off x="6658412" y="1189524"/>
            <a:ext cx="1" cy="2986801"/>
          </a:xfrm>
          <a:prstGeom prst="line">
            <a:avLst/>
          </a:prstGeom>
          <a:ln w="381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74" name="Google Shape;332;p49"/>
          <p:cNvSpPr txBox="1"/>
          <p:nvPr>
            <p:ph type="body" sz="quarter" idx="21"/>
          </p:nvPr>
        </p:nvSpPr>
        <p:spPr>
          <a:xfrm>
            <a:off x="6798850" y="1125699"/>
            <a:ext cx="1900801" cy="3050702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875" name="Google Shape;333;p49"/>
          <p:cNvSpPr txBox="1"/>
          <p:nvPr>
            <p:ph type="body" sz="quarter" idx="22"/>
          </p:nvPr>
        </p:nvSpPr>
        <p:spPr>
          <a:xfrm>
            <a:off x="4664813" y="1125699"/>
            <a:ext cx="1900800" cy="3050702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876" name="Google Shape;334;p49"/>
          <p:cNvSpPr txBox="1"/>
          <p:nvPr>
            <p:ph type="body" sz="quarter" idx="23"/>
          </p:nvPr>
        </p:nvSpPr>
        <p:spPr>
          <a:xfrm>
            <a:off x="2568925" y="1125699"/>
            <a:ext cx="1900800" cy="3050702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877" name="Title Text"/>
          <p:cNvSpPr txBox="1"/>
          <p:nvPr>
            <p:ph type="title"/>
          </p:nvPr>
        </p:nvSpPr>
        <p:spPr>
          <a:xfrm>
            <a:off x="338324" y="320049"/>
            <a:ext cx="8467202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</a:lvl1pPr>
          </a:lstStyle>
          <a:p>
            <a:pPr/>
            <a:r>
              <a:t>Title Text</a:t>
            </a:r>
          </a:p>
        </p:txBody>
      </p:sp>
      <p:sp>
        <p:nvSpPr>
          <p:cNvPr id="87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2_2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88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88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88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88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89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891" name="Google Shape;338;p50"/>
          <p:cNvSpPr/>
          <p:nvPr/>
        </p:nvSpPr>
        <p:spPr>
          <a:xfrm>
            <a:off x="4572456" y="1112894"/>
            <a:ext cx="1" cy="1452601"/>
          </a:xfrm>
          <a:prstGeom prst="line">
            <a:avLst/>
          </a:prstGeom>
          <a:ln w="381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92" name="Body Level One…"/>
          <p:cNvSpPr txBox="1"/>
          <p:nvPr>
            <p:ph type="body" sz="quarter" idx="1"/>
          </p:nvPr>
        </p:nvSpPr>
        <p:spPr>
          <a:xfrm>
            <a:off x="4693399" y="1125699"/>
            <a:ext cx="4002601" cy="1443902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14400" indent="-317500">
              <a:buSzPts val="1400"/>
              <a:defRPr sz="1400"/>
            </a:lvl2pPr>
            <a:lvl3pPr marL="1371600" indent="-317500">
              <a:buSzPts val="1400"/>
              <a:defRPr sz="1400"/>
            </a:lvl3pPr>
            <a:lvl4pPr marL="1828800" indent="-317500">
              <a:buSzPts val="1400"/>
              <a:defRPr sz="1400"/>
            </a:lvl4pPr>
            <a:lvl5pPr marL="2286000" indent="-317500">
              <a:buSzPts val="1400"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93" name="Google Shape;340;p50"/>
          <p:cNvSpPr txBox="1"/>
          <p:nvPr>
            <p:ph type="body" sz="quarter" idx="21"/>
          </p:nvPr>
        </p:nvSpPr>
        <p:spPr>
          <a:xfrm>
            <a:off x="420624" y="1125699"/>
            <a:ext cx="4002601" cy="1443902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sp>
        <p:nvSpPr>
          <p:cNvPr id="894" name="Google Shape;341;p50"/>
          <p:cNvSpPr/>
          <p:nvPr/>
        </p:nvSpPr>
        <p:spPr>
          <a:xfrm>
            <a:off x="4572456" y="2719645"/>
            <a:ext cx="1" cy="1452601"/>
          </a:xfrm>
          <a:prstGeom prst="line">
            <a:avLst/>
          </a:prstGeom>
          <a:ln w="381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95" name="Google Shape;342;p50"/>
          <p:cNvSpPr txBox="1"/>
          <p:nvPr>
            <p:ph type="body" sz="quarter" idx="22"/>
          </p:nvPr>
        </p:nvSpPr>
        <p:spPr>
          <a:xfrm>
            <a:off x="4693399" y="2732450"/>
            <a:ext cx="4002601" cy="1443901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sp>
        <p:nvSpPr>
          <p:cNvPr id="896" name="Google Shape;343;p50"/>
          <p:cNvSpPr txBox="1"/>
          <p:nvPr>
            <p:ph type="body" sz="quarter" idx="23"/>
          </p:nvPr>
        </p:nvSpPr>
        <p:spPr>
          <a:xfrm>
            <a:off x="420624" y="2732450"/>
            <a:ext cx="4002601" cy="1443901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sp>
        <p:nvSpPr>
          <p:cNvPr id="897" name="Title Text"/>
          <p:cNvSpPr txBox="1"/>
          <p:nvPr>
            <p:ph type="title"/>
          </p:nvPr>
        </p:nvSpPr>
        <p:spPr>
          <a:xfrm>
            <a:off x="338324" y="320049"/>
            <a:ext cx="8467202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</a:lvl1pPr>
          </a:lstStyle>
          <a:p>
            <a:pPr/>
            <a:r>
              <a:t>Title Text</a:t>
            </a:r>
          </a:p>
        </p:txBody>
      </p:sp>
      <p:sp>
        <p:nvSpPr>
          <p:cNvPr id="89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2_1_1_1_1_1_1_2_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90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0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90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90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1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11" name="Google Shape;347;p51"/>
          <p:cNvSpPr/>
          <p:nvPr/>
        </p:nvSpPr>
        <p:spPr>
          <a:xfrm>
            <a:off x="49" y="0"/>
            <a:ext cx="9144001" cy="1329000"/>
          </a:xfrm>
          <a:prstGeom prst="rect">
            <a:avLst/>
          </a:pr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12" name="Body Level One…"/>
          <p:cNvSpPr txBox="1"/>
          <p:nvPr>
            <p:ph type="body" sz="half" idx="1"/>
          </p:nvPr>
        </p:nvSpPr>
        <p:spPr>
          <a:xfrm>
            <a:off x="423274" y="1761025"/>
            <a:ext cx="4103101" cy="2415601"/>
          </a:xfrm>
          <a:prstGeom prst="rect">
            <a:avLst/>
          </a:prstGeom>
        </p:spPr>
        <p:txBody>
          <a:bodyPr/>
          <a:lstStyle>
            <a:lvl1pPr indent="-317500">
              <a:lnSpc>
                <a:spcPct val="100000"/>
              </a:lnSpc>
              <a:buClr>
                <a:srgbClr val="000000"/>
              </a:buClr>
              <a:buSzPts val="1400"/>
              <a:defRPr sz="1400">
                <a:solidFill>
                  <a:srgbClr val="000000"/>
                </a:solidFill>
              </a:defRPr>
            </a:lvl1pPr>
            <a:lvl2pPr marL="914400" indent="-317500">
              <a:lnSpc>
                <a:spcPct val="100000"/>
              </a:lnSpc>
              <a:buClr>
                <a:srgbClr val="000000"/>
              </a:buClr>
              <a:buSzPts val="1400"/>
              <a:defRPr sz="1400">
                <a:solidFill>
                  <a:srgbClr val="000000"/>
                </a:solidFill>
              </a:defRPr>
            </a:lvl2pPr>
            <a:lvl3pPr marL="1371600" indent="-317500">
              <a:lnSpc>
                <a:spcPct val="100000"/>
              </a:lnSpc>
              <a:buClr>
                <a:srgbClr val="000000"/>
              </a:buClr>
              <a:buSzPts val="1400"/>
              <a:defRPr sz="1400">
                <a:solidFill>
                  <a:srgbClr val="000000"/>
                </a:solidFill>
              </a:defRPr>
            </a:lvl3pPr>
            <a:lvl4pPr marL="1828800" indent="-317500">
              <a:lnSpc>
                <a:spcPct val="100000"/>
              </a:lnSpc>
              <a:buClr>
                <a:srgbClr val="000000"/>
              </a:buClr>
              <a:buSzPts val="1400"/>
              <a:defRPr sz="1400">
                <a:solidFill>
                  <a:srgbClr val="000000"/>
                </a:solidFill>
              </a:defRPr>
            </a:lvl4pPr>
            <a:lvl5pPr marL="2286000" indent="-317500">
              <a:lnSpc>
                <a:spcPct val="100000"/>
              </a:lnSpc>
              <a:buClr>
                <a:srgbClr val="000000"/>
              </a:buClr>
              <a:buSzPts val="1400"/>
              <a:defRPr sz="1400">
                <a:solidFill>
                  <a:srgbClr val="000000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13" name="Google Shape;349;p51"/>
          <p:cNvSpPr txBox="1"/>
          <p:nvPr>
            <p:ph type="body" sz="half" idx="21"/>
          </p:nvPr>
        </p:nvSpPr>
        <p:spPr>
          <a:xfrm>
            <a:off x="4617725" y="1761025"/>
            <a:ext cx="4078201" cy="2415601"/>
          </a:xfrm>
          <a:prstGeom prst="rect">
            <a:avLst/>
          </a:prstGeom>
        </p:spPr>
        <p:txBody>
          <a:bodyPr/>
          <a:lstStyle/>
          <a:p>
            <a:pPr indent="-317500">
              <a:lnSpc>
                <a:spcPct val="100000"/>
              </a:lnSpc>
              <a:buClr>
                <a:srgbClr val="000000"/>
              </a:buClr>
              <a:buSzPts val="1400"/>
              <a:defRPr sz="1400">
                <a:solidFill>
                  <a:srgbClr val="000000"/>
                </a:solidFill>
              </a:defRPr>
            </a:pPr>
          </a:p>
        </p:txBody>
      </p:sp>
      <p:sp>
        <p:nvSpPr>
          <p:cNvPr id="914" name="Title Text"/>
          <p:cNvSpPr txBox="1"/>
          <p:nvPr>
            <p:ph type="title"/>
          </p:nvPr>
        </p:nvSpPr>
        <p:spPr>
          <a:xfrm>
            <a:off x="338324" y="320049"/>
            <a:ext cx="8467202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91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2_1_1_1_1_1_1_2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92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2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92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92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2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28" name="Body Level One…"/>
          <p:cNvSpPr txBox="1"/>
          <p:nvPr>
            <p:ph type="body" sz="quarter" idx="1"/>
          </p:nvPr>
        </p:nvSpPr>
        <p:spPr>
          <a:xfrm>
            <a:off x="423274" y="1761025"/>
            <a:ext cx="2667901" cy="2415601"/>
          </a:xfrm>
          <a:prstGeom prst="rect">
            <a:avLst/>
          </a:prstGeom>
        </p:spPr>
        <p:txBody>
          <a:bodyPr/>
          <a:lstStyle>
            <a:lvl1pPr indent="-330200">
              <a:lnSpc>
                <a:spcPct val="100000"/>
              </a:lnSpc>
              <a:buClr>
                <a:srgbClr val="000000"/>
              </a:buClr>
              <a:buSzPts val="1600"/>
              <a:defRPr sz="1600">
                <a:solidFill>
                  <a:srgbClr val="000000"/>
                </a:solidFill>
              </a:defRPr>
            </a:lvl1pPr>
            <a:lvl2pPr marL="914400" indent="-330200">
              <a:lnSpc>
                <a:spcPct val="100000"/>
              </a:lnSpc>
              <a:buClr>
                <a:srgbClr val="000000"/>
              </a:buClr>
              <a:buSzPts val="1600"/>
              <a:defRPr sz="1600">
                <a:solidFill>
                  <a:srgbClr val="000000"/>
                </a:solidFill>
              </a:defRPr>
            </a:lvl2pPr>
            <a:lvl3pPr marL="1371600" indent="-330200">
              <a:lnSpc>
                <a:spcPct val="100000"/>
              </a:lnSpc>
              <a:buClr>
                <a:srgbClr val="000000"/>
              </a:buClr>
              <a:buSzPts val="1600"/>
              <a:defRPr sz="1600">
                <a:solidFill>
                  <a:srgbClr val="000000"/>
                </a:solidFill>
              </a:defRPr>
            </a:lvl3pPr>
            <a:lvl4pPr marL="1828800" indent="-330200">
              <a:lnSpc>
                <a:spcPct val="100000"/>
              </a:lnSpc>
              <a:buClr>
                <a:srgbClr val="000000"/>
              </a:buClr>
              <a:buSzPts val="1600"/>
              <a:defRPr sz="1600">
                <a:solidFill>
                  <a:srgbClr val="000000"/>
                </a:solidFill>
              </a:defRPr>
            </a:lvl4pPr>
            <a:lvl5pPr marL="2286000" indent="-330200">
              <a:lnSpc>
                <a:spcPct val="100000"/>
              </a:lnSpc>
              <a:buClr>
                <a:srgbClr val="000000"/>
              </a:buClr>
              <a:buSzPts val="1600"/>
              <a:defRPr sz="1600">
                <a:solidFill>
                  <a:srgbClr val="000000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29" name="Google Shape;354;p52"/>
          <p:cNvSpPr txBox="1"/>
          <p:nvPr>
            <p:ph type="body" sz="quarter" idx="21"/>
          </p:nvPr>
        </p:nvSpPr>
        <p:spPr>
          <a:xfrm>
            <a:off x="3225736" y="1761025"/>
            <a:ext cx="2667901" cy="2415601"/>
          </a:xfrm>
          <a:prstGeom prst="rect">
            <a:avLst/>
          </a:prstGeom>
        </p:spPr>
        <p:txBody>
          <a:bodyPr/>
          <a:lstStyle/>
          <a:p>
            <a:pPr indent="-330200">
              <a:lnSpc>
                <a:spcPct val="100000"/>
              </a:lnSpc>
              <a:buClr>
                <a:srgbClr val="000000"/>
              </a:buClr>
              <a:buSzPts val="1600"/>
              <a:defRPr sz="1600">
                <a:solidFill>
                  <a:srgbClr val="000000"/>
                </a:solidFill>
              </a:defRPr>
            </a:pPr>
          </a:p>
        </p:txBody>
      </p:sp>
      <p:sp>
        <p:nvSpPr>
          <p:cNvPr id="930" name="Google Shape;355;p52"/>
          <p:cNvSpPr txBox="1"/>
          <p:nvPr>
            <p:ph type="body" sz="quarter" idx="22"/>
          </p:nvPr>
        </p:nvSpPr>
        <p:spPr>
          <a:xfrm>
            <a:off x="6028197" y="1761025"/>
            <a:ext cx="2667901" cy="2415601"/>
          </a:xfrm>
          <a:prstGeom prst="rect">
            <a:avLst/>
          </a:prstGeom>
        </p:spPr>
        <p:txBody>
          <a:bodyPr/>
          <a:lstStyle/>
          <a:p>
            <a:pPr indent="-330200">
              <a:lnSpc>
                <a:spcPct val="100000"/>
              </a:lnSpc>
              <a:buClr>
                <a:srgbClr val="000000"/>
              </a:buClr>
              <a:buSzPts val="1600"/>
              <a:defRPr sz="1600">
                <a:solidFill>
                  <a:srgbClr val="000000"/>
                </a:solidFill>
              </a:defRPr>
            </a:pPr>
          </a:p>
        </p:txBody>
      </p:sp>
      <p:sp>
        <p:nvSpPr>
          <p:cNvPr id="931" name="Google Shape;356;p52"/>
          <p:cNvSpPr/>
          <p:nvPr/>
        </p:nvSpPr>
        <p:spPr>
          <a:xfrm>
            <a:off x="49" y="0"/>
            <a:ext cx="9144001" cy="1329000"/>
          </a:xfrm>
          <a:prstGeom prst="rect">
            <a:avLst/>
          </a:pr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32" name="Title Text"/>
          <p:cNvSpPr txBox="1"/>
          <p:nvPr>
            <p:ph type="title"/>
          </p:nvPr>
        </p:nvSpPr>
        <p:spPr>
          <a:xfrm>
            <a:off x="338324" y="320049"/>
            <a:ext cx="8467202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93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2_3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94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4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94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94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4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46" name="Title Text"/>
          <p:cNvSpPr txBox="1"/>
          <p:nvPr>
            <p:ph type="title"/>
          </p:nvPr>
        </p:nvSpPr>
        <p:spPr>
          <a:xfrm>
            <a:off x="338324" y="320049"/>
            <a:ext cx="3776402" cy="57210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pPr/>
            <a:r>
              <a:t>Title Text</a:t>
            </a:r>
          </a:p>
        </p:txBody>
      </p:sp>
      <p:sp>
        <p:nvSpPr>
          <p:cNvPr id="947" name="Google Shape;361;p53"/>
          <p:cNvSpPr/>
          <p:nvPr/>
        </p:nvSpPr>
        <p:spPr>
          <a:xfrm>
            <a:off x="4572000" y="-50"/>
            <a:ext cx="4572000" cy="51435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48" name="Body Level One…"/>
          <p:cNvSpPr txBox="1"/>
          <p:nvPr>
            <p:ph type="body" sz="half" idx="1"/>
          </p:nvPr>
        </p:nvSpPr>
        <p:spPr>
          <a:xfrm>
            <a:off x="4937750" y="1299500"/>
            <a:ext cx="3776401" cy="3074100"/>
          </a:xfrm>
          <a:prstGeom prst="rect">
            <a:avLst/>
          </a:prstGeom>
        </p:spPr>
        <p:txBody>
          <a:bodyPr/>
          <a:lstStyle>
            <a:lvl2pPr marL="914400" indent="-342900"/>
            <a:lvl3pPr marL="1371600" indent="-342900"/>
            <a:lvl4pPr marL="1828800" indent="-342900"/>
            <a:lvl5pPr marL="2286000" indent="-342900"/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9" name="Google Shape;363;p53"/>
          <p:cNvSpPr txBox="1"/>
          <p:nvPr>
            <p:ph type="body" sz="half" idx="21"/>
          </p:nvPr>
        </p:nvSpPr>
        <p:spPr>
          <a:xfrm>
            <a:off x="338324" y="1299597"/>
            <a:ext cx="3776402" cy="307410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2_3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958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59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960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961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62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63" name="Title Text"/>
          <p:cNvSpPr txBox="1"/>
          <p:nvPr>
            <p:ph type="title"/>
          </p:nvPr>
        </p:nvSpPr>
        <p:spPr>
          <a:xfrm>
            <a:off x="338324" y="320049"/>
            <a:ext cx="3776402" cy="572401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pPr/>
            <a:r>
              <a:t>Title Text</a:t>
            </a:r>
          </a:p>
        </p:txBody>
      </p:sp>
      <p:sp>
        <p:nvSpPr>
          <p:cNvPr id="964" name="Google Shape;367;p54"/>
          <p:cNvSpPr/>
          <p:nvPr/>
        </p:nvSpPr>
        <p:spPr>
          <a:xfrm>
            <a:off x="4572000" y="-50"/>
            <a:ext cx="4572000" cy="5143501"/>
          </a:xfrm>
          <a:prstGeom prst="rect">
            <a:avLst/>
          </a:pr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65" name="Body Level One…"/>
          <p:cNvSpPr txBox="1"/>
          <p:nvPr>
            <p:ph type="body" sz="half" idx="1"/>
          </p:nvPr>
        </p:nvSpPr>
        <p:spPr>
          <a:xfrm>
            <a:off x="4912900" y="1299500"/>
            <a:ext cx="3892801" cy="3074400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>
                <a:solidFill>
                  <a:srgbClr val="FFFFFF"/>
                </a:solidFill>
              </a:defRPr>
            </a:lvl1pPr>
            <a:lvl2pPr marL="914400" indent="-342900">
              <a:buClr>
                <a:schemeClr val="accent1"/>
              </a:buClr>
              <a:defRPr>
                <a:solidFill>
                  <a:srgbClr val="FFFFFF"/>
                </a:solidFill>
              </a:defRPr>
            </a:lvl2pPr>
            <a:lvl3pPr marL="1371600" indent="-342900">
              <a:buClr>
                <a:schemeClr val="accent1"/>
              </a:buClr>
              <a:defRPr>
                <a:solidFill>
                  <a:srgbClr val="FFFFFF"/>
                </a:solidFill>
              </a:defRPr>
            </a:lvl3pPr>
            <a:lvl4pPr marL="1828800" indent="-342900">
              <a:buClr>
                <a:schemeClr val="accent1"/>
              </a:buClr>
              <a:defRPr>
                <a:solidFill>
                  <a:srgbClr val="FFFFFF"/>
                </a:solidFill>
              </a:defRPr>
            </a:lvl4pPr>
            <a:lvl5pPr marL="2286000" indent="-342900">
              <a:buClr>
                <a:schemeClr val="accent1"/>
              </a:buClr>
              <a:defRPr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66" name="Google Shape;369;p54"/>
          <p:cNvSpPr txBox="1"/>
          <p:nvPr>
            <p:ph type="body" sz="half" idx="21"/>
          </p:nvPr>
        </p:nvSpPr>
        <p:spPr>
          <a:xfrm>
            <a:off x="338324" y="1299590"/>
            <a:ext cx="3892801" cy="307440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6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2_3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97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7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97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97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7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80" name="Google Shape;372;p55"/>
          <p:cNvSpPr/>
          <p:nvPr/>
        </p:nvSpPr>
        <p:spPr>
          <a:xfrm>
            <a:off x="3090299" y="0"/>
            <a:ext cx="3054601" cy="5143500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81" name="Google Shape;373;p55"/>
          <p:cNvSpPr/>
          <p:nvPr/>
        </p:nvSpPr>
        <p:spPr>
          <a:xfrm>
            <a:off x="6099300" y="0"/>
            <a:ext cx="3054601" cy="5143500"/>
          </a:xfrm>
          <a:prstGeom prst="rect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82" name="Body Level One…"/>
          <p:cNvSpPr txBox="1"/>
          <p:nvPr>
            <p:ph type="body" sz="quarter" idx="1"/>
          </p:nvPr>
        </p:nvSpPr>
        <p:spPr>
          <a:xfrm>
            <a:off x="338324" y="994549"/>
            <a:ext cx="2329202" cy="3181801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14400" indent="-317500">
              <a:buSzPts val="1400"/>
              <a:defRPr sz="1400"/>
            </a:lvl2pPr>
            <a:lvl3pPr marL="1371600" indent="-317500">
              <a:buSzPts val="1400"/>
              <a:defRPr sz="1400"/>
            </a:lvl3pPr>
            <a:lvl4pPr marL="1828800" indent="-317500">
              <a:buSzPts val="1400"/>
              <a:defRPr sz="1400"/>
            </a:lvl4pPr>
            <a:lvl5pPr marL="2286000" indent="-317500">
              <a:buSzPts val="1400"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83" name="Title Text"/>
          <p:cNvSpPr txBox="1"/>
          <p:nvPr>
            <p:ph type="title"/>
          </p:nvPr>
        </p:nvSpPr>
        <p:spPr>
          <a:xfrm>
            <a:off x="338324" y="319974"/>
            <a:ext cx="2389502" cy="567001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</a:lstStyle>
          <a:p>
            <a:pPr/>
            <a:r>
              <a:t>Title Text</a:t>
            </a:r>
          </a:p>
        </p:txBody>
      </p:sp>
      <p:sp>
        <p:nvSpPr>
          <p:cNvPr id="984" name="Google Shape;377;p55"/>
          <p:cNvSpPr txBox="1"/>
          <p:nvPr>
            <p:ph type="body" sz="quarter" idx="21"/>
          </p:nvPr>
        </p:nvSpPr>
        <p:spPr>
          <a:xfrm>
            <a:off x="3364949" y="994549"/>
            <a:ext cx="2414102" cy="3181801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sp>
        <p:nvSpPr>
          <p:cNvPr id="985" name="Google Shape;379;p55"/>
          <p:cNvSpPr txBox="1"/>
          <p:nvPr>
            <p:ph type="body" sz="quarter" idx="22"/>
          </p:nvPr>
        </p:nvSpPr>
        <p:spPr>
          <a:xfrm>
            <a:off x="6389925" y="994549"/>
            <a:ext cx="2414101" cy="3181801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sp>
        <p:nvSpPr>
          <p:cNvPr id="98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994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95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996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997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998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999" name="251117 YIR Spotify Wrapped_Topo - Full page - Light_FINAL.pngGoogle Shape;381;p56" descr="251117 YIR Spotify Wrapped_Topo - Full page - Light_FINAL.pngGoogle Shape;381;p56"/>
          <p:cNvPicPr>
            <a:picLocks noChangeAspect="1"/>
          </p:cNvPicPr>
          <p:nvPr/>
        </p:nvPicPr>
        <p:blipFill>
          <a:blip r:embed="rId3">
            <a:extLst/>
          </a:blip>
          <a:srcRect l="33955" t="0" r="33957" b="0"/>
          <a:stretch>
            <a:fillRect/>
          </a:stretch>
        </p:blipFill>
        <p:spPr>
          <a:xfrm>
            <a:off x="0" y="-2226"/>
            <a:ext cx="2935227" cy="5147950"/>
          </a:xfrm>
          <a:prstGeom prst="rect">
            <a:avLst/>
          </a:prstGeom>
          <a:ln w="12700">
            <a:miter lim="400000"/>
          </a:ln>
        </p:spPr>
      </p:pic>
      <p:sp>
        <p:nvSpPr>
          <p:cNvPr id="1000" name="Title Text"/>
          <p:cNvSpPr txBox="1"/>
          <p:nvPr>
            <p:ph type="title"/>
          </p:nvPr>
        </p:nvSpPr>
        <p:spPr>
          <a:xfrm>
            <a:off x="338324" y="297100"/>
            <a:ext cx="2336102" cy="14859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01" name="Body Level One…"/>
          <p:cNvSpPr txBox="1"/>
          <p:nvPr>
            <p:ph type="body" sz="quarter" idx="1"/>
          </p:nvPr>
        </p:nvSpPr>
        <p:spPr>
          <a:xfrm>
            <a:off x="347650" y="148600"/>
            <a:ext cx="2326801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/>
            </a:lvl1pPr>
            <a:lvl2pPr marL="342900" indent="254000">
              <a:buClrTx/>
              <a:buSzTx/>
              <a:buFontTx/>
              <a:buNone/>
              <a:defRPr b="1" sz="1000"/>
            </a:lvl2pPr>
            <a:lvl3pPr marL="342900" indent="723900">
              <a:buClrTx/>
              <a:buSzTx/>
              <a:buFontTx/>
              <a:buNone/>
              <a:defRPr b="1" sz="1000"/>
            </a:lvl3pPr>
            <a:lvl4pPr marL="342900" indent="1193800">
              <a:buClrTx/>
              <a:buSzTx/>
              <a:buFontTx/>
              <a:buNone/>
              <a:defRPr b="1" sz="1000"/>
            </a:lvl4pPr>
            <a:lvl5pPr marL="342900" indent="1651000"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02" name="Google Shape;384;p56"/>
          <p:cNvSpPr txBox="1"/>
          <p:nvPr>
            <p:ph type="body" sz="quarter" idx="21"/>
          </p:nvPr>
        </p:nvSpPr>
        <p:spPr>
          <a:xfrm>
            <a:off x="338599" y="1783100"/>
            <a:ext cx="2336102" cy="2590801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sp>
        <p:nvSpPr>
          <p:cNvPr id="1003" name="Google Shape;385;p56"/>
          <p:cNvSpPr txBox="1"/>
          <p:nvPr>
            <p:ph type="body" sz="half" idx="22"/>
          </p:nvPr>
        </p:nvSpPr>
        <p:spPr>
          <a:xfrm>
            <a:off x="3451274" y="320049"/>
            <a:ext cx="4181702" cy="4053601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</a:pPr>
          </a:p>
        </p:txBody>
      </p:sp>
      <p:sp>
        <p:nvSpPr>
          <p:cNvPr id="100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012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13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014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015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016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017" name="Google Shape;387;p57" descr="Google Shape;387;p57"/>
          <p:cNvPicPr>
            <a:picLocks noChangeAspect="1"/>
          </p:cNvPicPr>
          <p:nvPr/>
        </p:nvPicPr>
        <p:blipFill>
          <a:blip r:embed="rId3">
            <a:extLst/>
          </a:blip>
          <a:srcRect l="38" t="0" r="67890" b="0"/>
          <a:stretch>
            <a:fillRect/>
          </a:stretch>
        </p:blipFill>
        <p:spPr>
          <a:xfrm>
            <a:off x="1087" y="-5575"/>
            <a:ext cx="2935227" cy="51501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8" name="Google Shape;388;p57" descr="Google Shape;388;p57"/>
          <p:cNvPicPr>
            <a:picLocks noChangeAspect="1"/>
          </p:cNvPicPr>
          <p:nvPr/>
        </p:nvPicPr>
        <p:blipFill>
          <a:blip r:embed="rId4">
            <a:extLst/>
          </a:blip>
          <a:srcRect l="7060" t="13180" r="5884" b="8919"/>
          <a:stretch>
            <a:fillRect/>
          </a:stretch>
        </p:blipFill>
        <p:spPr>
          <a:xfrm>
            <a:off x="8146074" y="4529399"/>
            <a:ext cx="769575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1019" name="Title Text"/>
          <p:cNvSpPr txBox="1"/>
          <p:nvPr>
            <p:ph type="title"/>
          </p:nvPr>
        </p:nvSpPr>
        <p:spPr>
          <a:xfrm>
            <a:off x="338324" y="306625"/>
            <a:ext cx="2336102" cy="14859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020" name="Body Level One…"/>
          <p:cNvSpPr txBox="1"/>
          <p:nvPr>
            <p:ph type="body" sz="quarter" idx="1"/>
          </p:nvPr>
        </p:nvSpPr>
        <p:spPr>
          <a:xfrm>
            <a:off x="347650" y="158125"/>
            <a:ext cx="2326801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/>
            </a:lvl1pPr>
            <a:lvl2pPr marL="342900" indent="254000">
              <a:buClrTx/>
              <a:buSzTx/>
              <a:buFontTx/>
              <a:buNone/>
              <a:defRPr b="1" sz="1000"/>
            </a:lvl2pPr>
            <a:lvl3pPr marL="342900" indent="723900">
              <a:buClrTx/>
              <a:buSzTx/>
              <a:buFontTx/>
              <a:buNone/>
              <a:defRPr b="1" sz="1000"/>
            </a:lvl3pPr>
            <a:lvl4pPr marL="342900" indent="1193800">
              <a:buClrTx/>
              <a:buSzTx/>
              <a:buFontTx/>
              <a:buNone/>
              <a:defRPr b="1" sz="1000"/>
            </a:lvl4pPr>
            <a:lvl5pPr marL="342900" indent="1651000"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21" name="Google Shape;391;p57"/>
          <p:cNvSpPr txBox="1"/>
          <p:nvPr>
            <p:ph type="body" sz="quarter" idx="21"/>
          </p:nvPr>
        </p:nvSpPr>
        <p:spPr>
          <a:xfrm>
            <a:off x="338599" y="1792625"/>
            <a:ext cx="2336102" cy="2580901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/>
          <a:lstStyle/>
          <a:p>
            <a:pPr indent="-317500">
              <a:buClr>
                <a:schemeClr val="accent1"/>
              </a:buClr>
              <a:buSzPts val="1400"/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022" name="Google Shape;392;p57"/>
          <p:cNvSpPr txBox="1"/>
          <p:nvPr>
            <p:ph type="body" sz="half" idx="22"/>
          </p:nvPr>
        </p:nvSpPr>
        <p:spPr>
          <a:xfrm>
            <a:off x="3451274" y="320049"/>
            <a:ext cx="4181702" cy="4053601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2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03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3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03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03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03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036" name="Google Shape;394;p58" descr="Google Shape;394;p58"/>
          <p:cNvPicPr>
            <a:picLocks noChangeAspect="1"/>
          </p:cNvPicPr>
          <p:nvPr/>
        </p:nvPicPr>
        <p:blipFill>
          <a:blip r:embed="rId3">
            <a:extLst/>
          </a:blip>
          <a:srcRect l="51" t="0" r="67880" b="0"/>
          <a:stretch>
            <a:fillRect/>
          </a:stretch>
        </p:blipFill>
        <p:spPr>
          <a:xfrm>
            <a:off x="0" y="-2226"/>
            <a:ext cx="2935227" cy="5145951"/>
          </a:xfrm>
          <a:prstGeom prst="rect">
            <a:avLst/>
          </a:prstGeom>
          <a:ln w="12700">
            <a:miter lim="400000"/>
          </a:ln>
        </p:spPr>
      </p:pic>
      <p:sp>
        <p:nvSpPr>
          <p:cNvPr id="1037" name="Title Text"/>
          <p:cNvSpPr txBox="1"/>
          <p:nvPr>
            <p:ph type="title"/>
          </p:nvPr>
        </p:nvSpPr>
        <p:spPr>
          <a:xfrm>
            <a:off x="338324" y="297100"/>
            <a:ext cx="2336102" cy="14859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38" name="Body Level One…"/>
          <p:cNvSpPr txBox="1"/>
          <p:nvPr>
            <p:ph type="body" sz="quarter" idx="1"/>
          </p:nvPr>
        </p:nvSpPr>
        <p:spPr>
          <a:xfrm>
            <a:off x="347650" y="148600"/>
            <a:ext cx="2326801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/>
            </a:lvl1pPr>
            <a:lvl2pPr marL="342900" indent="254000">
              <a:buClrTx/>
              <a:buSzTx/>
              <a:buFontTx/>
              <a:buNone/>
              <a:defRPr b="1" sz="1000"/>
            </a:lvl2pPr>
            <a:lvl3pPr marL="342900" indent="723900">
              <a:buClrTx/>
              <a:buSzTx/>
              <a:buFontTx/>
              <a:buNone/>
              <a:defRPr b="1" sz="1000"/>
            </a:lvl3pPr>
            <a:lvl4pPr marL="342900" indent="1193800">
              <a:buClrTx/>
              <a:buSzTx/>
              <a:buFontTx/>
              <a:buNone/>
              <a:defRPr b="1" sz="1000"/>
            </a:lvl4pPr>
            <a:lvl5pPr marL="342900" indent="1651000"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39" name="Google Shape;397;p58"/>
          <p:cNvSpPr txBox="1"/>
          <p:nvPr>
            <p:ph type="body" sz="quarter" idx="21"/>
          </p:nvPr>
        </p:nvSpPr>
        <p:spPr>
          <a:xfrm>
            <a:off x="338599" y="1783100"/>
            <a:ext cx="2336102" cy="2590501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sp>
        <p:nvSpPr>
          <p:cNvPr id="1040" name="Google Shape;398;p58"/>
          <p:cNvSpPr txBox="1"/>
          <p:nvPr>
            <p:ph type="body" sz="half" idx="22"/>
          </p:nvPr>
        </p:nvSpPr>
        <p:spPr>
          <a:xfrm>
            <a:off x="3451274" y="320049"/>
            <a:ext cx="4181702" cy="4053601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</a:pPr>
          </a:p>
        </p:txBody>
      </p:sp>
      <p:sp>
        <p:nvSpPr>
          <p:cNvPr id="10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3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04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5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05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05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05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054" name="Google Shape;400;p59" descr="Google Shape;400;p59"/>
          <p:cNvPicPr>
            <a:picLocks noChangeAspect="1"/>
          </p:cNvPicPr>
          <p:nvPr/>
        </p:nvPicPr>
        <p:blipFill>
          <a:blip r:embed="rId3">
            <a:extLst/>
          </a:blip>
          <a:srcRect l="70" t="0" r="67874" b="0"/>
          <a:stretch>
            <a:fillRect/>
          </a:stretch>
        </p:blipFill>
        <p:spPr>
          <a:xfrm>
            <a:off x="-1" y="-2226"/>
            <a:ext cx="2935251" cy="51481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055" name="Google Shape;401;p59" descr="Google Shape;401;p59"/>
          <p:cNvPicPr>
            <a:picLocks noChangeAspect="1"/>
          </p:cNvPicPr>
          <p:nvPr/>
        </p:nvPicPr>
        <p:blipFill>
          <a:blip r:embed="rId4">
            <a:extLst/>
          </a:blip>
          <a:srcRect l="7060" t="13180" r="5884" b="8919"/>
          <a:stretch>
            <a:fillRect/>
          </a:stretch>
        </p:blipFill>
        <p:spPr>
          <a:xfrm>
            <a:off x="8146074" y="4529399"/>
            <a:ext cx="769575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1056" name="Title Text"/>
          <p:cNvSpPr txBox="1"/>
          <p:nvPr>
            <p:ph type="title"/>
          </p:nvPr>
        </p:nvSpPr>
        <p:spPr>
          <a:xfrm>
            <a:off x="338324" y="297100"/>
            <a:ext cx="2336102" cy="14859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057" name="Body Level One…"/>
          <p:cNvSpPr txBox="1"/>
          <p:nvPr>
            <p:ph type="body" sz="quarter" idx="1"/>
          </p:nvPr>
        </p:nvSpPr>
        <p:spPr>
          <a:xfrm>
            <a:off x="347650" y="148600"/>
            <a:ext cx="2326801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/>
            </a:lvl1pPr>
            <a:lvl2pPr marL="342900" indent="254000">
              <a:buClrTx/>
              <a:buSzTx/>
              <a:buFontTx/>
              <a:buNone/>
              <a:defRPr b="1" sz="1000"/>
            </a:lvl2pPr>
            <a:lvl3pPr marL="342900" indent="723900">
              <a:buClrTx/>
              <a:buSzTx/>
              <a:buFontTx/>
              <a:buNone/>
              <a:defRPr b="1" sz="1000"/>
            </a:lvl3pPr>
            <a:lvl4pPr marL="342900" indent="1193800">
              <a:buClrTx/>
              <a:buSzTx/>
              <a:buFontTx/>
              <a:buNone/>
              <a:defRPr b="1" sz="1000"/>
            </a:lvl4pPr>
            <a:lvl5pPr marL="342900" indent="1651000"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58" name="Google Shape;404;p59"/>
          <p:cNvSpPr txBox="1"/>
          <p:nvPr>
            <p:ph type="body" sz="quarter" idx="21"/>
          </p:nvPr>
        </p:nvSpPr>
        <p:spPr>
          <a:xfrm>
            <a:off x="338599" y="1783100"/>
            <a:ext cx="2336102" cy="2590501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/>
          <a:lstStyle/>
          <a:p>
            <a:pPr indent="-330200">
              <a:buClr>
                <a:schemeClr val="accent1"/>
              </a:buClr>
              <a:buSzPts val="1600"/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1059" name="Google Shape;405;p59"/>
          <p:cNvSpPr txBox="1"/>
          <p:nvPr>
            <p:ph type="body" sz="half" idx="22"/>
          </p:nvPr>
        </p:nvSpPr>
        <p:spPr>
          <a:xfrm>
            <a:off x="3451274" y="320049"/>
            <a:ext cx="4181702" cy="4053601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2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068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69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070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071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072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073" name="251117 YIR Spotify Wrapped_Network - Full page - Light_FINAL.pngGoogle Shape;407;p60" descr="251117 YIR Spotify Wrapped_Network - Full page - Light_FINAL.pngGoogle Shape;407;p60"/>
          <p:cNvPicPr>
            <a:picLocks noChangeAspect="1"/>
          </p:cNvPicPr>
          <p:nvPr/>
        </p:nvPicPr>
        <p:blipFill>
          <a:blip r:embed="rId3">
            <a:extLst/>
          </a:blip>
          <a:srcRect l="33952" t="0" r="33955" b="0"/>
          <a:stretch>
            <a:fillRect/>
          </a:stretch>
        </p:blipFill>
        <p:spPr>
          <a:xfrm>
            <a:off x="0" y="-1725"/>
            <a:ext cx="2935227" cy="5146950"/>
          </a:xfrm>
          <a:prstGeom prst="rect">
            <a:avLst/>
          </a:prstGeom>
          <a:ln w="12700">
            <a:miter lim="400000"/>
          </a:ln>
        </p:spPr>
      </p:pic>
      <p:sp>
        <p:nvSpPr>
          <p:cNvPr id="1074" name="Title Text"/>
          <p:cNvSpPr txBox="1"/>
          <p:nvPr>
            <p:ph type="title"/>
          </p:nvPr>
        </p:nvSpPr>
        <p:spPr>
          <a:xfrm>
            <a:off x="338324" y="306625"/>
            <a:ext cx="2336102" cy="14859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75" name="Body Level One…"/>
          <p:cNvSpPr txBox="1"/>
          <p:nvPr>
            <p:ph type="body" sz="quarter" idx="1"/>
          </p:nvPr>
        </p:nvSpPr>
        <p:spPr>
          <a:xfrm>
            <a:off x="347650" y="158125"/>
            <a:ext cx="2326801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/>
            </a:lvl1pPr>
            <a:lvl2pPr marL="342900" indent="254000">
              <a:buClrTx/>
              <a:buSzTx/>
              <a:buFontTx/>
              <a:buNone/>
              <a:defRPr b="1" sz="1000"/>
            </a:lvl2pPr>
            <a:lvl3pPr marL="342900" indent="723900">
              <a:buClrTx/>
              <a:buSzTx/>
              <a:buFontTx/>
              <a:buNone/>
              <a:defRPr b="1" sz="1000"/>
            </a:lvl3pPr>
            <a:lvl4pPr marL="342900" indent="1193800">
              <a:buClrTx/>
              <a:buSzTx/>
              <a:buFontTx/>
              <a:buNone/>
              <a:defRPr b="1" sz="1000"/>
            </a:lvl4pPr>
            <a:lvl5pPr marL="342900" indent="1651000"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76" name="Google Shape;410;p60"/>
          <p:cNvSpPr txBox="1"/>
          <p:nvPr>
            <p:ph type="body" sz="quarter" idx="21"/>
          </p:nvPr>
        </p:nvSpPr>
        <p:spPr>
          <a:xfrm>
            <a:off x="338599" y="1792625"/>
            <a:ext cx="2336102" cy="2580901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sp>
        <p:nvSpPr>
          <p:cNvPr id="1077" name="Google Shape;411;p60"/>
          <p:cNvSpPr txBox="1"/>
          <p:nvPr>
            <p:ph type="body" sz="half" idx="22"/>
          </p:nvPr>
        </p:nvSpPr>
        <p:spPr>
          <a:xfrm>
            <a:off x="3451274" y="320049"/>
            <a:ext cx="4181702" cy="4053601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</a:pPr>
          </a:p>
        </p:txBody>
      </p:sp>
      <p:sp>
        <p:nvSpPr>
          <p:cNvPr id="107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3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08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8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08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08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09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091" name="Google Shape;413;p61" descr="Google Shape;413;p61"/>
          <p:cNvPicPr>
            <a:picLocks noChangeAspect="1"/>
          </p:cNvPicPr>
          <p:nvPr/>
        </p:nvPicPr>
        <p:blipFill>
          <a:blip r:embed="rId3">
            <a:extLst/>
          </a:blip>
          <a:srcRect l="28" t="0" r="67893" b="0"/>
          <a:stretch>
            <a:fillRect/>
          </a:stretch>
        </p:blipFill>
        <p:spPr>
          <a:xfrm>
            <a:off x="-1" y="-2226"/>
            <a:ext cx="2935228" cy="51491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092" name="Google Shape;414;p61" descr="Google Shape;414;p61"/>
          <p:cNvPicPr>
            <a:picLocks noChangeAspect="1"/>
          </p:cNvPicPr>
          <p:nvPr/>
        </p:nvPicPr>
        <p:blipFill>
          <a:blip r:embed="rId4">
            <a:extLst/>
          </a:blip>
          <a:srcRect l="7060" t="13180" r="5884" b="8919"/>
          <a:stretch>
            <a:fillRect/>
          </a:stretch>
        </p:blipFill>
        <p:spPr>
          <a:xfrm>
            <a:off x="8146074" y="4529399"/>
            <a:ext cx="769575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1093" name="Title Text"/>
          <p:cNvSpPr txBox="1"/>
          <p:nvPr>
            <p:ph type="title"/>
          </p:nvPr>
        </p:nvSpPr>
        <p:spPr>
          <a:xfrm>
            <a:off x="338324" y="297100"/>
            <a:ext cx="2336102" cy="14859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094" name="Body Level One…"/>
          <p:cNvSpPr txBox="1"/>
          <p:nvPr>
            <p:ph type="body" sz="quarter" idx="1"/>
          </p:nvPr>
        </p:nvSpPr>
        <p:spPr>
          <a:xfrm>
            <a:off x="347650" y="148600"/>
            <a:ext cx="2326801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/>
            </a:lvl1pPr>
            <a:lvl2pPr marL="342900" indent="254000">
              <a:buClrTx/>
              <a:buSzTx/>
              <a:buFontTx/>
              <a:buNone/>
              <a:defRPr b="1" sz="1000"/>
            </a:lvl2pPr>
            <a:lvl3pPr marL="342900" indent="723900">
              <a:buClrTx/>
              <a:buSzTx/>
              <a:buFontTx/>
              <a:buNone/>
              <a:defRPr b="1" sz="1000"/>
            </a:lvl3pPr>
            <a:lvl4pPr marL="342900" indent="1193800">
              <a:buClrTx/>
              <a:buSzTx/>
              <a:buFontTx/>
              <a:buNone/>
              <a:defRPr b="1" sz="1000"/>
            </a:lvl4pPr>
            <a:lvl5pPr marL="342900" indent="1651000"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5" name="Google Shape;417;p61"/>
          <p:cNvSpPr txBox="1"/>
          <p:nvPr>
            <p:ph type="body" sz="quarter" idx="21"/>
          </p:nvPr>
        </p:nvSpPr>
        <p:spPr>
          <a:xfrm>
            <a:off x="338599" y="1783100"/>
            <a:ext cx="2336102" cy="2590801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/>
          <a:lstStyle/>
          <a:p>
            <a:pPr indent="-330200">
              <a:buClr>
                <a:schemeClr val="accent1"/>
              </a:buClr>
              <a:buSzPts val="1600"/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1096" name="Google Shape;418;p61"/>
          <p:cNvSpPr txBox="1"/>
          <p:nvPr>
            <p:ph type="body" sz="half" idx="22"/>
          </p:nvPr>
        </p:nvSpPr>
        <p:spPr>
          <a:xfrm>
            <a:off x="3451274" y="320049"/>
            <a:ext cx="4181702" cy="4053601"/>
          </a:xfrm>
          <a:prstGeom prst="rect">
            <a:avLst/>
          </a:prstGeom>
        </p:spPr>
        <p:txBody>
          <a:bodyPr/>
          <a:lstStyle/>
          <a:p>
            <a:pPr>
              <a:buClr>
                <a:schemeClr val="accent1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2_1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10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0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10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10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10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110" name="Google Shape;420;p62"/>
          <p:cNvSpPr txBox="1"/>
          <p:nvPr/>
        </p:nvSpPr>
        <p:spPr>
          <a:xfrm>
            <a:off x="2577574" y="1596006"/>
            <a:ext cx="6228002" cy="1951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0000"/>
              </a:lnSpc>
              <a:defRPr b="1" sz="7200">
                <a:solidFill>
                  <a:srgbClr val="FFFFFF"/>
                </a:solidFill>
              </a:defRPr>
            </a:lvl1pPr>
          </a:lstStyle>
          <a:p>
            <a:pPr/>
            <a:r>
              <a:t>Text with image</a:t>
            </a:r>
          </a:p>
        </p:txBody>
      </p:sp>
      <p:sp>
        <p:nvSpPr>
          <p:cNvPr id="1111" name="Google Shape;421;p62"/>
          <p:cNvSpPr/>
          <p:nvPr/>
        </p:nvSpPr>
        <p:spPr>
          <a:xfrm>
            <a:off x="-1" y="0"/>
            <a:ext cx="2168402" cy="5143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4035" y="0"/>
                </a:lnTo>
                <a:lnTo>
                  <a:pt x="14035" y="9662"/>
                </a:lnTo>
                <a:lnTo>
                  <a:pt x="16200" y="9662"/>
                </a:lnTo>
                <a:lnTo>
                  <a:pt x="16200" y="8523"/>
                </a:lnTo>
                <a:lnTo>
                  <a:pt x="21600" y="10800"/>
                </a:lnTo>
                <a:lnTo>
                  <a:pt x="16200" y="13077"/>
                </a:lnTo>
                <a:lnTo>
                  <a:pt x="16200" y="11938"/>
                </a:lnTo>
                <a:lnTo>
                  <a:pt x="14035" y="11938"/>
                </a:lnTo>
                <a:lnTo>
                  <a:pt x="14035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12" name="Google Shape;422;p62"/>
          <p:cNvSpPr/>
          <p:nvPr/>
        </p:nvSpPr>
        <p:spPr>
          <a:xfrm>
            <a:off x="-387976" y="41665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1_1_1_3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12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2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12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12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12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126" name="Body Level One…"/>
          <p:cNvSpPr txBox="1"/>
          <p:nvPr>
            <p:ph type="body" sz="half" idx="1"/>
          </p:nvPr>
        </p:nvSpPr>
        <p:spPr>
          <a:xfrm>
            <a:off x="338324" y="1095050"/>
            <a:ext cx="4279202" cy="3278700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>
                <a:solidFill>
                  <a:srgbClr val="FFFFFF"/>
                </a:solidFill>
              </a:defRPr>
            </a:lvl1pPr>
            <a:lvl2pPr marL="914400" indent="-342900">
              <a:buClr>
                <a:schemeClr val="accent1"/>
              </a:buClr>
              <a:defRPr>
                <a:solidFill>
                  <a:srgbClr val="FFFFFF"/>
                </a:solidFill>
              </a:defRPr>
            </a:lvl2pPr>
            <a:lvl3pPr marL="1371600" indent="-342900">
              <a:buClr>
                <a:schemeClr val="accent1"/>
              </a:buClr>
              <a:defRPr>
                <a:solidFill>
                  <a:srgbClr val="FFFFFF"/>
                </a:solidFill>
              </a:defRPr>
            </a:lvl3pPr>
            <a:lvl4pPr marL="1828800" indent="-342900">
              <a:buClr>
                <a:schemeClr val="accent1"/>
              </a:buClr>
              <a:defRPr>
                <a:solidFill>
                  <a:srgbClr val="FFFFFF"/>
                </a:solidFill>
              </a:defRPr>
            </a:lvl4pPr>
            <a:lvl5pPr marL="2286000" indent="-342900">
              <a:buClr>
                <a:schemeClr val="accent1"/>
              </a:buClr>
              <a:defRPr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27" name="Google Shape;425;p63"/>
          <p:cNvSpPr/>
          <p:nvPr>
            <p:ph type="pic" idx="21"/>
          </p:nvPr>
        </p:nvSpPr>
        <p:spPr>
          <a:xfrm>
            <a:off x="5038349" y="0"/>
            <a:ext cx="4105801" cy="5143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128" name="Google Shape;426;p63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129" name="250415-ASU TopoPattern-white.pngGoogle Shape;427;p63" descr="250415-ASU TopoPattern-white.pngGoogle Shape;427;p63"/>
          <p:cNvPicPr>
            <a:picLocks noChangeAspect="1"/>
          </p:cNvPicPr>
          <p:nvPr/>
        </p:nvPicPr>
        <p:blipFill>
          <a:blip r:embed="rId3">
            <a:alphaModFix amt="75000"/>
            <a:extLst/>
          </a:blip>
          <a:srcRect l="27015" t="0" r="65175" b="48864"/>
          <a:stretch>
            <a:fillRect/>
          </a:stretch>
        </p:blipFill>
        <p:spPr>
          <a:xfrm>
            <a:off x="0" y="12200"/>
            <a:ext cx="187525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1130" name="Title Text"/>
          <p:cNvSpPr txBox="1"/>
          <p:nvPr>
            <p:ph type="title"/>
          </p:nvPr>
        </p:nvSpPr>
        <p:spPr>
          <a:xfrm>
            <a:off x="338324" y="320049"/>
            <a:ext cx="4574701" cy="572102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  <a:defRPr>
                <a:solidFill>
                  <a:schemeClr val="accent1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1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1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13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4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14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14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14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144" name="Google Shape;430;p64"/>
          <p:cNvSpPr/>
          <p:nvPr>
            <p:ph type="pic" idx="21"/>
          </p:nvPr>
        </p:nvSpPr>
        <p:spPr>
          <a:xfrm>
            <a:off x="0" y="0"/>
            <a:ext cx="4105801" cy="5143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145" name="Title Text"/>
          <p:cNvSpPr txBox="1"/>
          <p:nvPr>
            <p:ph type="title"/>
          </p:nvPr>
        </p:nvSpPr>
        <p:spPr>
          <a:xfrm>
            <a:off x="4526274" y="320049"/>
            <a:ext cx="4279501" cy="567001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1146" name="Body Level One…"/>
          <p:cNvSpPr txBox="1"/>
          <p:nvPr>
            <p:ph type="body" sz="half" idx="1"/>
          </p:nvPr>
        </p:nvSpPr>
        <p:spPr>
          <a:xfrm>
            <a:off x="4526274" y="994549"/>
            <a:ext cx="4279501" cy="3350702"/>
          </a:xfrm>
          <a:prstGeom prst="rect">
            <a:avLst/>
          </a:prstGeom>
        </p:spPr>
        <p:txBody>
          <a:bodyPr/>
          <a:lstStyle>
            <a:lvl2pPr marL="914400" indent="-342900"/>
            <a:lvl3pPr marL="1371600" indent="-342900"/>
            <a:lvl4pPr marL="1828800" indent="-342900"/>
            <a:lvl5pPr marL="2286000" indent="-342900"/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47" name="Google Shape;433;p64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148" name="251117 YIR Spotify Wrapped_Topo - Full page - Light_FINAL.pngGoogle Shape;434;p64" descr="251117 YIR Spotify Wrapped_Topo - Full page - Light_FINAL.pngGoogle Shape;434;p64"/>
          <p:cNvPicPr>
            <a:picLocks noChangeAspect="1"/>
          </p:cNvPicPr>
          <p:nvPr/>
        </p:nvPicPr>
        <p:blipFill>
          <a:blip r:embed="rId3">
            <a:extLst/>
          </a:blip>
          <a:srcRect l="9010" t="0" r="88938" b="0"/>
          <a:stretch>
            <a:fillRect/>
          </a:stretch>
        </p:blipFill>
        <p:spPr>
          <a:xfrm>
            <a:off x="8956475" y="0"/>
            <a:ext cx="187524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11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1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157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58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159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160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161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162" name="Google Shape;436;p65"/>
          <p:cNvSpPr/>
          <p:nvPr/>
        </p:nvSpPr>
        <p:spPr>
          <a:xfrm>
            <a:off x="4572000" y="-50"/>
            <a:ext cx="4572000" cy="51435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63" name="Google Shape;437;p65"/>
          <p:cNvSpPr/>
          <p:nvPr>
            <p:ph type="pic" sz="half" idx="21"/>
          </p:nvPr>
        </p:nvSpPr>
        <p:spPr>
          <a:xfrm>
            <a:off x="5020050" y="484925"/>
            <a:ext cx="3675901" cy="4160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164" name="Google Shape;438;p65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165" name="250415-ASU TopoPattern-white.pngGoogle Shape;439;p65" descr="250415-ASU TopoPattern-white.pngGoogle Shape;439;p65"/>
          <p:cNvPicPr>
            <a:picLocks noChangeAspect="1"/>
          </p:cNvPicPr>
          <p:nvPr/>
        </p:nvPicPr>
        <p:blipFill>
          <a:blip r:embed="rId3">
            <a:alphaModFix amt="75000"/>
            <a:extLst/>
          </a:blip>
          <a:srcRect l="64279" t="746" r="28781" b="982"/>
          <a:stretch>
            <a:fillRect/>
          </a:stretch>
        </p:blipFill>
        <p:spPr>
          <a:xfrm rot="5400000">
            <a:off x="4517626" y="-4511799"/>
            <a:ext cx="154751" cy="9178348"/>
          </a:xfrm>
          <a:prstGeom prst="rect">
            <a:avLst/>
          </a:prstGeom>
          <a:ln w="12700">
            <a:miter lim="400000"/>
          </a:ln>
        </p:spPr>
      </p:pic>
      <p:sp>
        <p:nvSpPr>
          <p:cNvPr id="1166" name="Title Text"/>
          <p:cNvSpPr txBox="1"/>
          <p:nvPr>
            <p:ph type="title"/>
          </p:nvPr>
        </p:nvSpPr>
        <p:spPr>
          <a:xfrm>
            <a:off x="338324" y="316150"/>
            <a:ext cx="3892801" cy="846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167" name="Body Level One…"/>
          <p:cNvSpPr txBox="1"/>
          <p:nvPr>
            <p:ph type="body" sz="quarter" idx="1"/>
          </p:nvPr>
        </p:nvSpPr>
        <p:spPr>
          <a:xfrm>
            <a:off x="347650" y="167650"/>
            <a:ext cx="2326801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/>
            </a:lvl1pPr>
            <a:lvl2pPr marL="342900" indent="254000">
              <a:buClrTx/>
              <a:buSzTx/>
              <a:buFontTx/>
              <a:buNone/>
              <a:defRPr b="1" sz="1000"/>
            </a:lvl2pPr>
            <a:lvl3pPr marL="342900" indent="723900">
              <a:buClrTx/>
              <a:buSzTx/>
              <a:buFontTx/>
              <a:buNone/>
              <a:defRPr b="1" sz="1000"/>
            </a:lvl3pPr>
            <a:lvl4pPr marL="342900" indent="1193800">
              <a:buClrTx/>
              <a:buSzTx/>
              <a:buFontTx/>
              <a:buNone/>
              <a:defRPr b="1" sz="1000"/>
            </a:lvl4pPr>
            <a:lvl5pPr marL="342900" indent="1651000"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68" name="Google Shape;442;p65"/>
          <p:cNvSpPr txBox="1"/>
          <p:nvPr>
            <p:ph type="body" sz="half" idx="22"/>
          </p:nvPr>
        </p:nvSpPr>
        <p:spPr>
          <a:xfrm>
            <a:off x="338600" y="1257299"/>
            <a:ext cx="3892800" cy="2964302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/>
          <a:lstStyle/>
          <a:p>
            <a:pPr indent="-317500">
              <a:buClr>
                <a:schemeClr val="accent1"/>
              </a:buClr>
              <a:buSzPts val="1400"/>
              <a:defRPr sz="1400"/>
            </a:pPr>
          </a:p>
        </p:txBody>
      </p:sp>
      <p:sp>
        <p:nvSpPr>
          <p:cNvPr id="116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1_1_1_3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177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78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179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180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181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182" name="Google Shape;444;p66"/>
          <p:cNvSpPr/>
          <p:nvPr/>
        </p:nvSpPr>
        <p:spPr>
          <a:xfrm>
            <a:off x="0" y="-50"/>
            <a:ext cx="4572000" cy="514350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83" name="Google Shape;445;p66"/>
          <p:cNvSpPr/>
          <p:nvPr>
            <p:ph type="pic" sz="half" idx="21"/>
          </p:nvPr>
        </p:nvSpPr>
        <p:spPr>
          <a:xfrm>
            <a:off x="448049" y="484925"/>
            <a:ext cx="3675902" cy="4160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184" name="Google Shape;446;p66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185" name="250415-ASU TopoPattern-white.pngGoogle Shape;447;p66" descr="250415-ASU TopoPattern-white.pngGoogle Shape;447;p66"/>
          <p:cNvPicPr>
            <a:picLocks noChangeAspect="1"/>
          </p:cNvPicPr>
          <p:nvPr/>
        </p:nvPicPr>
        <p:blipFill>
          <a:blip r:embed="rId3">
            <a:alphaModFix amt="75000"/>
            <a:extLst/>
          </a:blip>
          <a:srcRect l="64279" t="746" r="28781" b="982"/>
          <a:stretch>
            <a:fillRect/>
          </a:stretch>
        </p:blipFill>
        <p:spPr>
          <a:xfrm rot="5400000">
            <a:off x="4517626" y="-4511799"/>
            <a:ext cx="154751" cy="9178348"/>
          </a:xfrm>
          <a:prstGeom prst="rect">
            <a:avLst/>
          </a:prstGeom>
          <a:ln w="12700">
            <a:miter lim="400000"/>
          </a:ln>
        </p:spPr>
      </p:pic>
      <p:sp>
        <p:nvSpPr>
          <p:cNvPr id="1186" name="Title Text"/>
          <p:cNvSpPr txBox="1"/>
          <p:nvPr>
            <p:ph type="title"/>
          </p:nvPr>
        </p:nvSpPr>
        <p:spPr>
          <a:xfrm>
            <a:off x="5004337" y="316150"/>
            <a:ext cx="3892801" cy="846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187" name="Body Level One…"/>
          <p:cNvSpPr txBox="1"/>
          <p:nvPr>
            <p:ph type="body" sz="quarter" idx="1"/>
          </p:nvPr>
        </p:nvSpPr>
        <p:spPr>
          <a:xfrm>
            <a:off x="5013662" y="167650"/>
            <a:ext cx="2326801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>
                <a:solidFill>
                  <a:srgbClr val="FFFFFF"/>
                </a:solidFill>
              </a:defRPr>
            </a:lvl1pPr>
            <a:lvl2pPr marL="342900" indent="254000">
              <a:buClrTx/>
              <a:buSzTx/>
              <a:buFontTx/>
              <a:buNone/>
              <a:defRPr b="1" sz="1000">
                <a:solidFill>
                  <a:srgbClr val="FFFFFF"/>
                </a:solidFill>
              </a:defRPr>
            </a:lvl2pPr>
            <a:lvl3pPr marL="342900" indent="723900">
              <a:buClrTx/>
              <a:buSzTx/>
              <a:buFontTx/>
              <a:buNone/>
              <a:defRPr b="1" sz="1000">
                <a:solidFill>
                  <a:srgbClr val="FFFFFF"/>
                </a:solidFill>
              </a:defRPr>
            </a:lvl3pPr>
            <a:lvl4pPr marL="342900" indent="1193800">
              <a:buClrTx/>
              <a:buSzTx/>
              <a:buFontTx/>
              <a:buNone/>
              <a:defRPr b="1" sz="1000">
                <a:solidFill>
                  <a:srgbClr val="FFFFFF"/>
                </a:solidFill>
              </a:defRPr>
            </a:lvl4pPr>
            <a:lvl5pPr marL="342900" indent="1651000">
              <a:buClrTx/>
              <a:buSzTx/>
              <a:buFontTx/>
              <a:buNone/>
              <a:defRPr b="1" sz="10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88" name="Google Shape;450;p66"/>
          <p:cNvSpPr txBox="1"/>
          <p:nvPr>
            <p:ph type="body" sz="half" idx="22"/>
          </p:nvPr>
        </p:nvSpPr>
        <p:spPr>
          <a:xfrm>
            <a:off x="5004625" y="1257299"/>
            <a:ext cx="3801001" cy="3116402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sp>
        <p:nvSpPr>
          <p:cNvPr id="118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1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197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98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199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200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01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02" name="Google Shape;452;p67"/>
          <p:cNvSpPr/>
          <p:nvPr>
            <p:ph type="pic" sz="quarter" idx="21"/>
          </p:nvPr>
        </p:nvSpPr>
        <p:spPr>
          <a:xfrm>
            <a:off x="731525" y="892299"/>
            <a:ext cx="2318100" cy="23439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03" name="Title Text"/>
          <p:cNvSpPr txBox="1"/>
          <p:nvPr>
            <p:ph type="title"/>
          </p:nvPr>
        </p:nvSpPr>
        <p:spPr>
          <a:xfrm>
            <a:off x="3746575" y="892299"/>
            <a:ext cx="5059201" cy="726902"/>
          </a:xfrm>
          <a:prstGeom prst="rect">
            <a:avLst/>
          </a:prstGeom>
        </p:spPr>
        <p:txBody>
          <a:bodyPr/>
          <a:lstStyle>
            <a:lvl1pPr>
              <a:defRPr sz="4800"/>
            </a:lvl1pPr>
          </a:lstStyle>
          <a:p>
            <a:pPr/>
            <a:r>
              <a:t>Title Text</a:t>
            </a:r>
          </a:p>
        </p:txBody>
      </p:sp>
      <p:sp>
        <p:nvSpPr>
          <p:cNvPr id="1204" name="Body Level One…"/>
          <p:cNvSpPr txBox="1"/>
          <p:nvPr>
            <p:ph type="body" sz="quarter" idx="1"/>
          </p:nvPr>
        </p:nvSpPr>
        <p:spPr>
          <a:xfrm>
            <a:off x="3742975" y="723900"/>
            <a:ext cx="3116100" cy="225301"/>
          </a:xfrm>
          <a:prstGeom prst="rect">
            <a:avLst/>
          </a:prstGeom>
        </p:spPr>
        <p:txBody>
          <a:bodyPr/>
          <a:lstStyle>
            <a:lvl1pPr marL="342900" indent="-228600">
              <a:lnSpc>
                <a:spcPct val="100000"/>
              </a:lnSpc>
              <a:buClrTx/>
              <a:buSzTx/>
              <a:buFontTx/>
              <a:buNone/>
              <a:defRPr b="1" sz="1000"/>
            </a:lvl1pPr>
            <a:lvl2pPr marL="342900" indent="254000">
              <a:lnSpc>
                <a:spcPct val="100000"/>
              </a:lnSpc>
              <a:buClrTx/>
              <a:buSzTx/>
              <a:buFontTx/>
              <a:buNone/>
              <a:defRPr b="1" sz="1000"/>
            </a:lvl2pPr>
            <a:lvl3pPr marL="342900" indent="723900">
              <a:lnSpc>
                <a:spcPct val="100000"/>
              </a:lnSpc>
              <a:buClrTx/>
              <a:buSzTx/>
              <a:buFontTx/>
              <a:buNone/>
              <a:defRPr b="1" sz="1000"/>
            </a:lvl3pPr>
            <a:lvl4pPr marL="342900" indent="1193800">
              <a:lnSpc>
                <a:spcPct val="100000"/>
              </a:lnSpc>
              <a:buClrTx/>
              <a:buSzTx/>
              <a:buFontTx/>
              <a:buNone/>
              <a:defRPr b="1" sz="1000"/>
            </a:lvl4pPr>
            <a:lvl5pPr marL="342900" indent="1651000">
              <a:lnSpc>
                <a:spcPct val="100000"/>
              </a:lnSpc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05" name="Google Shape;455;p67"/>
          <p:cNvSpPr txBox="1"/>
          <p:nvPr>
            <p:ph type="body" sz="half" idx="22"/>
          </p:nvPr>
        </p:nvSpPr>
        <p:spPr>
          <a:xfrm>
            <a:off x="3746575" y="1619200"/>
            <a:ext cx="4350601" cy="2557200"/>
          </a:xfrm>
          <a:prstGeom prst="rect">
            <a:avLst/>
          </a:prstGeom>
        </p:spPr>
        <p:txBody>
          <a:bodyPr/>
          <a:lstStyle/>
          <a:p>
            <a:pPr marL="228600" indent="0">
              <a:buClrTx/>
              <a:buSzTx/>
              <a:buFontTx/>
              <a:buNone/>
              <a:defRPr b="1"/>
            </a:pPr>
          </a:p>
        </p:txBody>
      </p:sp>
      <p:sp>
        <p:nvSpPr>
          <p:cNvPr id="1206" name="Google Shape;456;p67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0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1_1_1_2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21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1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21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21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1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20" name="Google Shape;458;p68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21" name="Google Shape;459;p68"/>
          <p:cNvSpPr/>
          <p:nvPr>
            <p:ph type="pic" sz="quarter" idx="21"/>
          </p:nvPr>
        </p:nvSpPr>
        <p:spPr>
          <a:xfrm>
            <a:off x="731525" y="892299"/>
            <a:ext cx="2318100" cy="23439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22" name="Title Text"/>
          <p:cNvSpPr txBox="1"/>
          <p:nvPr>
            <p:ph type="title"/>
          </p:nvPr>
        </p:nvSpPr>
        <p:spPr>
          <a:xfrm>
            <a:off x="3746575" y="892299"/>
            <a:ext cx="5059201" cy="726902"/>
          </a:xfrm>
          <a:prstGeom prst="rect">
            <a:avLst/>
          </a:prstGeom>
        </p:spPr>
        <p:txBody>
          <a:bodyPr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223" name="Body Level One…"/>
          <p:cNvSpPr txBox="1"/>
          <p:nvPr>
            <p:ph type="body" sz="quarter" idx="1"/>
          </p:nvPr>
        </p:nvSpPr>
        <p:spPr>
          <a:xfrm>
            <a:off x="3742975" y="723900"/>
            <a:ext cx="3116100" cy="225301"/>
          </a:xfrm>
          <a:prstGeom prst="rect">
            <a:avLst/>
          </a:prstGeom>
        </p:spPr>
        <p:txBody>
          <a:bodyPr/>
          <a:lstStyle>
            <a:lvl1pPr marL="342900" indent="-228600">
              <a:lnSpc>
                <a:spcPct val="100000"/>
              </a:lnSpc>
              <a:buClrTx/>
              <a:buSzTx/>
              <a:buFontTx/>
              <a:buNone/>
              <a:defRPr b="1" sz="1000"/>
            </a:lvl1pPr>
            <a:lvl2pPr marL="342900" indent="254000">
              <a:lnSpc>
                <a:spcPct val="100000"/>
              </a:lnSpc>
              <a:buClrTx/>
              <a:buSzTx/>
              <a:buFontTx/>
              <a:buNone/>
              <a:defRPr b="1" sz="1000"/>
            </a:lvl2pPr>
            <a:lvl3pPr marL="342900" indent="723900">
              <a:lnSpc>
                <a:spcPct val="100000"/>
              </a:lnSpc>
              <a:buClrTx/>
              <a:buSzTx/>
              <a:buFontTx/>
              <a:buNone/>
              <a:defRPr b="1" sz="1000"/>
            </a:lvl3pPr>
            <a:lvl4pPr marL="342900" indent="1193800">
              <a:lnSpc>
                <a:spcPct val="100000"/>
              </a:lnSpc>
              <a:buClrTx/>
              <a:buSzTx/>
              <a:buFontTx/>
              <a:buNone/>
              <a:defRPr b="1" sz="1000"/>
            </a:lvl4pPr>
            <a:lvl5pPr marL="342900" indent="1651000">
              <a:lnSpc>
                <a:spcPct val="100000"/>
              </a:lnSpc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24" name="Google Shape;462;p68"/>
          <p:cNvSpPr txBox="1"/>
          <p:nvPr>
            <p:ph type="body" sz="half" idx="22"/>
          </p:nvPr>
        </p:nvSpPr>
        <p:spPr>
          <a:xfrm>
            <a:off x="3746575" y="1619200"/>
            <a:ext cx="4350601" cy="2557200"/>
          </a:xfrm>
          <a:prstGeom prst="rect">
            <a:avLst/>
          </a:prstGeom>
        </p:spPr>
        <p:txBody>
          <a:bodyPr/>
          <a:lstStyle/>
          <a:p>
            <a:pPr marL="228600" indent="0">
              <a:buClrTx/>
              <a:buSzTx/>
              <a:buFontTx/>
              <a:buNone/>
              <a:defRPr b="1">
                <a:solidFill>
                  <a:srgbClr val="FFFFFF"/>
                </a:solidFill>
              </a:defRPr>
            </a:pPr>
          </a:p>
        </p:txBody>
      </p:sp>
      <p:sp>
        <p:nvSpPr>
          <p:cNvPr id="12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23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3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23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23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3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38" name="Google Shape;464;p69"/>
          <p:cNvSpPr/>
          <p:nvPr/>
        </p:nvSpPr>
        <p:spPr>
          <a:xfrm>
            <a:off x="7863850" y="-2276"/>
            <a:ext cx="1280101" cy="51435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39" name="Google Shape;465;p69"/>
          <p:cNvSpPr/>
          <p:nvPr>
            <p:ph type="pic" sz="half" idx="21"/>
          </p:nvPr>
        </p:nvSpPr>
        <p:spPr>
          <a:xfrm>
            <a:off x="5038349" y="320049"/>
            <a:ext cx="3767101" cy="450810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40" name="Google Shape;466;p69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41" name="Title Text"/>
          <p:cNvSpPr txBox="1"/>
          <p:nvPr>
            <p:ph type="title"/>
          </p:nvPr>
        </p:nvSpPr>
        <p:spPr>
          <a:xfrm>
            <a:off x="338324" y="316150"/>
            <a:ext cx="4187701" cy="846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42" name="Body Level One…"/>
          <p:cNvSpPr txBox="1"/>
          <p:nvPr>
            <p:ph type="body" sz="quarter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/>
            </a:lvl1pPr>
            <a:lvl2pPr marL="342900" indent="254000">
              <a:buClrTx/>
              <a:buSzTx/>
              <a:buFontTx/>
              <a:buNone/>
              <a:defRPr b="1" sz="1000"/>
            </a:lvl2pPr>
            <a:lvl3pPr marL="342900" indent="723900">
              <a:buClrTx/>
              <a:buSzTx/>
              <a:buFontTx/>
              <a:buNone/>
              <a:defRPr b="1" sz="1000"/>
            </a:lvl3pPr>
            <a:lvl4pPr marL="342900" indent="1193800">
              <a:buClrTx/>
              <a:buSzTx/>
              <a:buFontTx/>
              <a:buNone/>
              <a:defRPr b="1" sz="1000"/>
            </a:lvl4pPr>
            <a:lvl5pPr marL="342900" indent="1651000"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43" name="Google Shape;469;p69"/>
          <p:cNvSpPr txBox="1"/>
          <p:nvPr>
            <p:ph type="body" sz="half" idx="22"/>
          </p:nvPr>
        </p:nvSpPr>
        <p:spPr>
          <a:xfrm>
            <a:off x="338620" y="1257299"/>
            <a:ext cx="4187701" cy="2964302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/>
          <a:lstStyle/>
          <a:p>
            <a:pPr indent="-317500">
              <a:buClr>
                <a:schemeClr val="accent1"/>
              </a:buClr>
              <a:buSzPts val="1400"/>
              <a:defRPr sz="1400"/>
            </a:pPr>
          </a:p>
        </p:txBody>
      </p:sp>
      <p:sp>
        <p:nvSpPr>
          <p:cNvPr id="124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1_1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252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53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254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255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56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57" name="Google Shape;471;p70"/>
          <p:cNvSpPr/>
          <p:nvPr/>
        </p:nvSpPr>
        <p:spPr>
          <a:xfrm>
            <a:off x="7863850" y="-2276"/>
            <a:ext cx="1280101" cy="514350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58" name="Google Shape;472;p70"/>
          <p:cNvSpPr/>
          <p:nvPr>
            <p:ph type="pic" sz="half" idx="21"/>
          </p:nvPr>
        </p:nvSpPr>
        <p:spPr>
          <a:xfrm>
            <a:off x="5038349" y="320049"/>
            <a:ext cx="3767101" cy="450810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9" name="Google Shape;473;p70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60" name="Title Text"/>
          <p:cNvSpPr txBox="1"/>
          <p:nvPr>
            <p:ph type="title"/>
          </p:nvPr>
        </p:nvSpPr>
        <p:spPr>
          <a:xfrm>
            <a:off x="338324" y="316150"/>
            <a:ext cx="4187701" cy="846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61" name="Body Level One…"/>
          <p:cNvSpPr txBox="1"/>
          <p:nvPr>
            <p:ph type="body" sz="quarter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>
                <a:solidFill>
                  <a:srgbClr val="FFFFFF"/>
                </a:solidFill>
              </a:defRPr>
            </a:lvl1pPr>
            <a:lvl2pPr marL="342900" indent="254000">
              <a:buClrTx/>
              <a:buSzTx/>
              <a:buFontTx/>
              <a:buNone/>
              <a:defRPr b="1" sz="1000">
                <a:solidFill>
                  <a:srgbClr val="FFFFFF"/>
                </a:solidFill>
              </a:defRPr>
            </a:lvl2pPr>
            <a:lvl3pPr marL="342900" indent="723900">
              <a:buClrTx/>
              <a:buSzTx/>
              <a:buFontTx/>
              <a:buNone/>
              <a:defRPr b="1" sz="1000">
                <a:solidFill>
                  <a:srgbClr val="FFFFFF"/>
                </a:solidFill>
              </a:defRPr>
            </a:lvl3pPr>
            <a:lvl4pPr marL="342900" indent="1193800">
              <a:buClrTx/>
              <a:buSzTx/>
              <a:buFontTx/>
              <a:buNone/>
              <a:defRPr b="1" sz="1000">
                <a:solidFill>
                  <a:srgbClr val="FFFFFF"/>
                </a:solidFill>
              </a:defRPr>
            </a:lvl4pPr>
            <a:lvl5pPr marL="342900" indent="1651000">
              <a:buClrTx/>
              <a:buSzTx/>
              <a:buFontTx/>
              <a:buNone/>
              <a:defRPr b="1" sz="10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62" name="Google Shape;476;p70"/>
          <p:cNvSpPr txBox="1"/>
          <p:nvPr>
            <p:ph type="body" sz="half" idx="22"/>
          </p:nvPr>
        </p:nvSpPr>
        <p:spPr>
          <a:xfrm>
            <a:off x="338620" y="1257299"/>
            <a:ext cx="4187701" cy="2964302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sp>
        <p:nvSpPr>
          <p:cNvPr id="126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27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7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27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27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7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76" name="Google Shape;478;p71"/>
          <p:cNvSpPr/>
          <p:nvPr/>
        </p:nvSpPr>
        <p:spPr>
          <a:xfrm>
            <a:off x="6611100" y="-2276"/>
            <a:ext cx="2532901" cy="51435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77" name="Google Shape;479;p71"/>
          <p:cNvSpPr/>
          <p:nvPr>
            <p:ph type="pic" sz="quarter" idx="21"/>
          </p:nvPr>
        </p:nvSpPr>
        <p:spPr>
          <a:xfrm>
            <a:off x="7452349" y="530399"/>
            <a:ext cx="1353001" cy="4108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8" name="Google Shape;480;p71"/>
          <p:cNvSpPr/>
          <p:nvPr>
            <p:ph type="pic" sz="quarter" idx="22"/>
          </p:nvPr>
        </p:nvSpPr>
        <p:spPr>
          <a:xfrm>
            <a:off x="4617725" y="530399"/>
            <a:ext cx="2782501" cy="19977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9" name="Google Shape;481;p71"/>
          <p:cNvSpPr/>
          <p:nvPr>
            <p:ph type="pic" sz="quarter" idx="23"/>
          </p:nvPr>
        </p:nvSpPr>
        <p:spPr>
          <a:xfrm>
            <a:off x="4617725" y="2599800"/>
            <a:ext cx="2782501" cy="2039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80" name="Google Shape;482;p71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81" name="Title Text"/>
          <p:cNvSpPr txBox="1"/>
          <p:nvPr>
            <p:ph type="title"/>
          </p:nvPr>
        </p:nvSpPr>
        <p:spPr>
          <a:xfrm>
            <a:off x="338324" y="316150"/>
            <a:ext cx="4187701" cy="846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82" name="Body Level One…"/>
          <p:cNvSpPr txBox="1"/>
          <p:nvPr>
            <p:ph type="body" sz="quarter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/>
            </a:lvl1pPr>
            <a:lvl2pPr marL="342900" indent="254000">
              <a:buClrTx/>
              <a:buSzTx/>
              <a:buFontTx/>
              <a:buNone/>
              <a:defRPr b="1" sz="1000"/>
            </a:lvl2pPr>
            <a:lvl3pPr marL="342900" indent="723900">
              <a:buClrTx/>
              <a:buSzTx/>
              <a:buFontTx/>
              <a:buNone/>
              <a:defRPr b="1" sz="1000"/>
            </a:lvl3pPr>
            <a:lvl4pPr marL="342900" indent="1193800">
              <a:buClrTx/>
              <a:buSzTx/>
              <a:buFontTx/>
              <a:buNone/>
              <a:defRPr b="1" sz="1000"/>
            </a:lvl4pPr>
            <a:lvl5pPr marL="342900" indent="1651000"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83" name="Google Shape;485;p71"/>
          <p:cNvSpPr txBox="1"/>
          <p:nvPr>
            <p:ph type="body" sz="half" idx="24"/>
          </p:nvPr>
        </p:nvSpPr>
        <p:spPr>
          <a:xfrm>
            <a:off x="338624" y="1257299"/>
            <a:ext cx="4187701" cy="3116402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/>
          <a:lstStyle/>
          <a:p>
            <a:pPr indent="-317500">
              <a:buClr>
                <a:schemeClr val="accent1"/>
              </a:buClr>
              <a:buSzPts val="1400"/>
              <a:defRPr sz="1400"/>
            </a:pPr>
          </a:p>
        </p:txBody>
      </p:sp>
      <p:sp>
        <p:nvSpPr>
          <p:cNvPr id="12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292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93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294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295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96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297" name="Google Shape;487;p72"/>
          <p:cNvSpPr/>
          <p:nvPr/>
        </p:nvSpPr>
        <p:spPr>
          <a:xfrm>
            <a:off x="6611100" y="-2276"/>
            <a:ext cx="2532901" cy="5143501"/>
          </a:xfrm>
          <a:prstGeom prst="rect">
            <a:avLst/>
          </a:pr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98" name="Google Shape;488;p72"/>
          <p:cNvSpPr/>
          <p:nvPr>
            <p:ph type="pic" sz="quarter" idx="21"/>
          </p:nvPr>
        </p:nvSpPr>
        <p:spPr>
          <a:xfrm>
            <a:off x="7452349" y="530399"/>
            <a:ext cx="1353001" cy="4108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99" name="Google Shape;489;p72"/>
          <p:cNvSpPr/>
          <p:nvPr>
            <p:ph type="pic" sz="quarter" idx="22"/>
          </p:nvPr>
        </p:nvSpPr>
        <p:spPr>
          <a:xfrm>
            <a:off x="4617725" y="530399"/>
            <a:ext cx="2782501" cy="19977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00" name="Google Shape;490;p72"/>
          <p:cNvSpPr/>
          <p:nvPr>
            <p:ph type="pic" sz="quarter" idx="23"/>
          </p:nvPr>
        </p:nvSpPr>
        <p:spPr>
          <a:xfrm>
            <a:off x="4617725" y="2599800"/>
            <a:ext cx="2782501" cy="2039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01" name="Google Shape;491;p72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02" name="Title Text"/>
          <p:cNvSpPr txBox="1"/>
          <p:nvPr>
            <p:ph type="title"/>
          </p:nvPr>
        </p:nvSpPr>
        <p:spPr>
          <a:xfrm>
            <a:off x="338324" y="316150"/>
            <a:ext cx="4187701" cy="846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303" name="Body Level One…"/>
          <p:cNvSpPr txBox="1"/>
          <p:nvPr>
            <p:ph type="body" sz="quarter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000"/>
            </a:lvl1pPr>
            <a:lvl2pPr marL="342900" indent="254000">
              <a:buClrTx/>
              <a:buSzTx/>
              <a:buFontTx/>
              <a:buNone/>
              <a:defRPr b="1" sz="1000"/>
            </a:lvl2pPr>
            <a:lvl3pPr marL="342900" indent="723900">
              <a:buClrTx/>
              <a:buSzTx/>
              <a:buFontTx/>
              <a:buNone/>
              <a:defRPr b="1" sz="1000"/>
            </a:lvl3pPr>
            <a:lvl4pPr marL="342900" indent="1193800">
              <a:buClrTx/>
              <a:buSzTx/>
              <a:buFontTx/>
              <a:buNone/>
              <a:defRPr b="1" sz="1000"/>
            </a:lvl4pPr>
            <a:lvl5pPr marL="342900" indent="1651000">
              <a:buClrTx/>
              <a:buSzTx/>
              <a:buFontTx/>
              <a:buNone/>
              <a:defRPr b="1"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04" name="Google Shape;494;p72"/>
          <p:cNvSpPr txBox="1"/>
          <p:nvPr>
            <p:ph type="body" sz="half" idx="24"/>
          </p:nvPr>
        </p:nvSpPr>
        <p:spPr>
          <a:xfrm>
            <a:off x="338624" y="1257299"/>
            <a:ext cx="4187701" cy="3116402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/>
          <a:lstStyle/>
          <a:p>
            <a:pPr indent="-317500">
              <a:buClr>
                <a:schemeClr val="accent1"/>
              </a:buClr>
              <a:buSzPts val="1400"/>
              <a:defRPr sz="1400"/>
            </a:pPr>
          </a:p>
        </p:txBody>
      </p:sp>
      <p:sp>
        <p:nvSpPr>
          <p:cNvPr id="130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31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1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31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31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1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18" name="Google Shape;496;p73"/>
          <p:cNvSpPr/>
          <p:nvPr/>
        </p:nvSpPr>
        <p:spPr>
          <a:xfrm>
            <a:off x="320049" y="886975"/>
            <a:ext cx="7543801" cy="34869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19" name="Google Shape;497;p73"/>
          <p:cNvSpPr/>
          <p:nvPr>
            <p:ph type="pic" sz="quarter" idx="21"/>
          </p:nvPr>
        </p:nvSpPr>
        <p:spPr>
          <a:xfrm>
            <a:off x="7182184" y="1314774"/>
            <a:ext cx="1961701" cy="2518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20" name="Google Shape;498;p73"/>
          <p:cNvSpPr/>
          <p:nvPr>
            <p:ph type="pic" sz="quarter" idx="22"/>
          </p:nvPr>
        </p:nvSpPr>
        <p:spPr>
          <a:xfrm>
            <a:off x="5218729" y="1314774"/>
            <a:ext cx="1961701" cy="2518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21" name="Google Shape;499;p73"/>
          <p:cNvSpPr/>
          <p:nvPr>
            <p:ph type="pic" sz="quarter" idx="23"/>
          </p:nvPr>
        </p:nvSpPr>
        <p:spPr>
          <a:xfrm>
            <a:off x="3255274" y="1314774"/>
            <a:ext cx="1961701" cy="2518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22" name="Google Shape;500;p73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323" name="Google Shape;501;p73" descr="Google Shape;501;p73"/>
          <p:cNvPicPr>
            <a:picLocks noChangeAspect="1"/>
          </p:cNvPicPr>
          <p:nvPr/>
        </p:nvPicPr>
        <p:blipFill>
          <a:blip r:embed="rId3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1324" name="Title Text"/>
          <p:cNvSpPr txBox="1"/>
          <p:nvPr>
            <p:ph type="title"/>
          </p:nvPr>
        </p:nvSpPr>
        <p:spPr>
          <a:xfrm>
            <a:off x="640099" y="1095899"/>
            <a:ext cx="2295301" cy="673201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pPr/>
            <a:r>
              <a:t>Title Text</a:t>
            </a:r>
          </a:p>
        </p:txBody>
      </p:sp>
      <p:sp>
        <p:nvSpPr>
          <p:cNvPr id="1325" name="Body Level One…"/>
          <p:cNvSpPr txBox="1"/>
          <p:nvPr>
            <p:ph type="body" sz="quarter" idx="1"/>
          </p:nvPr>
        </p:nvSpPr>
        <p:spPr>
          <a:xfrm>
            <a:off x="639924" y="1873100"/>
            <a:ext cx="2326802" cy="2184600"/>
          </a:xfrm>
          <a:prstGeom prst="rect">
            <a:avLst/>
          </a:prstGeom>
        </p:spPr>
        <p:txBody>
          <a:bodyPr/>
          <a:lstStyle>
            <a:lvl1pPr indent="-317500">
              <a:buClr>
                <a:srgbClr val="191919"/>
              </a:buClr>
              <a:buSzPts val="1400"/>
              <a:defRPr sz="1400"/>
            </a:lvl1pPr>
            <a:lvl2pPr marL="914400" indent="-317500">
              <a:buClr>
                <a:srgbClr val="191919"/>
              </a:buClr>
              <a:buSzPts val="1400"/>
              <a:defRPr sz="1400"/>
            </a:lvl2pPr>
            <a:lvl3pPr marL="1371600" indent="-317500">
              <a:buClr>
                <a:srgbClr val="191919"/>
              </a:buClr>
              <a:buSzPts val="1400"/>
              <a:defRPr sz="1400"/>
            </a:lvl3pPr>
            <a:lvl4pPr marL="1828800" indent="-317500">
              <a:buClr>
                <a:srgbClr val="191919"/>
              </a:buClr>
              <a:buSzPts val="1400"/>
              <a:defRPr sz="1400"/>
            </a:lvl4pPr>
            <a:lvl5pPr marL="2286000" indent="-317500">
              <a:buClr>
                <a:srgbClr val="191919"/>
              </a:buClr>
              <a:buSzPts val="1400"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2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334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35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336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337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38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39" name="Google Shape;505;p74"/>
          <p:cNvSpPr/>
          <p:nvPr/>
        </p:nvSpPr>
        <p:spPr>
          <a:xfrm>
            <a:off x="320049" y="886975"/>
            <a:ext cx="7543801" cy="3486901"/>
          </a:xfrm>
          <a:prstGeom prst="rect">
            <a:avLst/>
          </a:pr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40" name="Title Text"/>
          <p:cNvSpPr txBox="1"/>
          <p:nvPr>
            <p:ph type="title"/>
          </p:nvPr>
        </p:nvSpPr>
        <p:spPr>
          <a:xfrm>
            <a:off x="640099" y="1095899"/>
            <a:ext cx="2295301" cy="673201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accent1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341" name="Body Level One…"/>
          <p:cNvSpPr txBox="1"/>
          <p:nvPr>
            <p:ph type="body" sz="quarter" idx="1"/>
          </p:nvPr>
        </p:nvSpPr>
        <p:spPr>
          <a:xfrm>
            <a:off x="639924" y="1873100"/>
            <a:ext cx="2326802" cy="2184600"/>
          </a:xfrm>
          <a:prstGeom prst="rect">
            <a:avLst/>
          </a:prstGeom>
        </p:spPr>
        <p:txBody>
          <a:bodyPr/>
          <a:lstStyle>
            <a:lvl1pPr indent="-317500">
              <a:buClr>
                <a:schemeClr val="accent1"/>
              </a:buClr>
              <a:buSzPts val="1400"/>
              <a:defRPr sz="1400">
                <a:solidFill>
                  <a:srgbClr val="FFFFFF"/>
                </a:solidFill>
              </a:defRPr>
            </a:lvl1pPr>
            <a:lvl2pPr marL="914400" indent="-317500">
              <a:buClr>
                <a:schemeClr val="accent1"/>
              </a:buClr>
              <a:buSzPts val="1400"/>
              <a:defRPr sz="1400">
                <a:solidFill>
                  <a:srgbClr val="FFFFFF"/>
                </a:solidFill>
              </a:defRPr>
            </a:lvl2pPr>
            <a:lvl3pPr marL="1371600" indent="-317500">
              <a:buClr>
                <a:schemeClr val="accent1"/>
              </a:buClr>
              <a:buSzPts val="1400"/>
              <a:defRPr sz="1400">
                <a:solidFill>
                  <a:srgbClr val="FFFFFF"/>
                </a:solidFill>
              </a:defRPr>
            </a:lvl3pPr>
            <a:lvl4pPr marL="1828800" indent="-317500">
              <a:buClr>
                <a:schemeClr val="accent1"/>
              </a:buClr>
              <a:buSzPts val="1400"/>
              <a:defRPr sz="1400">
                <a:solidFill>
                  <a:srgbClr val="FFFFFF"/>
                </a:solidFill>
              </a:defRPr>
            </a:lvl4pPr>
            <a:lvl5pPr marL="2286000" indent="-317500">
              <a:buClr>
                <a:schemeClr val="accent1"/>
              </a:buClr>
              <a:buSzPts val="1400"/>
              <a:defRPr sz="14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42" name="Google Shape;508;p74"/>
          <p:cNvSpPr/>
          <p:nvPr>
            <p:ph type="pic" sz="quarter" idx="21"/>
          </p:nvPr>
        </p:nvSpPr>
        <p:spPr>
          <a:xfrm>
            <a:off x="7182184" y="1314774"/>
            <a:ext cx="1961701" cy="2518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43" name="Google Shape;509;p74"/>
          <p:cNvSpPr/>
          <p:nvPr>
            <p:ph type="pic" sz="quarter" idx="22"/>
          </p:nvPr>
        </p:nvSpPr>
        <p:spPr>
          <a:xfrm>
            <a:off x="5218729" y="1314774"/>
            <a:ext cx="1961701" cy="2518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44" name="Google Shape;510;p74"/>
          <p:cNvSpPr/>
          <p:nvPr>
            <p:ph type="pic" sz="quarter" idx="23"/>
          </p:nvPr>
        </p:nvSpPr>
        <p:spPr>
          <a:xfrm>
            <a:off x="3255274" y="1314774"/>
            <a:ext cx="1961701" cy="2518801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45" name="Google Shape;511;p74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346" name="Google Shape;512;p74" descr="Google Shape;512;p74"/>
          <p:cNvPicPr>
            <a:picLocks noChangeAspect="1"/>
          </p:cNvPicPr>
          <p:nvPr/>
        </p:nvPicPr>
        <p:blipFill>
          <a:blip r:embed="rId3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13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35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5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35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35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5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60" name="Google Shape;514;p75"/>
          <p:cNvSpPr/>
          <p:nvPr/>
        </p:nvSpPr>
        <p:spPr>
          <a:xfrm>
            <a:off x="353949" y="899299"/>
            <a:ext cx="2414102" cy="34746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61" name="Body Level One…"/>
          <p:cNvSpPr txBox="1"/>
          <p:nvPr>
            <p:ph type="body" sz="quarter" idx="1"/>
          </p:nvPr>
        </p:nvSpPr>
        <p:spPr>
          <a:xfrm>
            <a:off x="561175" y="2728699"/>
            <a:ext cx="1984500" cy="13524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62" name="Google Shape;516;p75"/>
          <p:cNvSpPr/>
          <p:nvPr>
            <p:ph type="pic" sz="quarter" idx="21"/>
          </p:nvPr>
        </p:nvSpPr>
        <p:spPr>
          <a:xfrm>
            <a:off x="353950" y="899299"/>
            <a:ext cx="2414100" cy="1337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63" name="Google Shape;518;p75"/>
          <p:cNvSpPr/>
          <p:nvPr/>
        </p:nvSpPr>
        <p:spPr>
          <a:xfrm>
            <a:off x="3364949" y="899299"/>
            <a:ext cx="2414102" cy="34746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64" name="Google Shape;519;p75"/>
          <p:cNvSpPr txBox="1"/>
          <p:nvPr>
            <p:ph type="body" sz="quarter" idx="22"/>
          </p:nvPr>
        </p:nvSpPr>
        <p:spPr>
          <a:xfrm>
            <a:off x="3572174" y="2728699"/>
            <a:ext cx="1984501" cy="13524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365" name="Google Shape;520;p75"/>
          <p:cNvSpPr/>
          <p:nvPr>
            <p:ph type="pic" sz="quarter" idx="23"/>
          </p:nvPr>
        </p:nvSpPr>
        <p:spPr>
          <a:xfrm>
            <a:off x="3360763" y="899299"/>
            <a:ext cx="2414101" cy="1337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66" name="Google Shape;522;p75"/>
          <p:cNvSpPr/>
          <p:nvPr/>
        </p:nvSpPr>
        <p:spPr>
          <a:xfrm>
            <a:off x="6386624" y="899299"/>
            <a:ext cx="2414101" cy="34746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67" name="Google Shape;523;p75"/>
          <p:cNvSpPr txBox="1"/>
          <p:nvPr>
            <p:ph type="body" sz="quarter" idx="24"/>
          </p:nvPr>
        </p:nvSpPr>
        <p:spPr>
          <a:xfrm>
            <a:off x="6593850" y="2728699"/>
            <a:ext cx="1984501" cy="13524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368" name="Google Shape;524;p75"/>
          <p:cNvSpPr/>
          <p:nvPr>
            <p:ph type="pic" sz="quarter" idx="25"/>
          </p:nvPr>
        </p:nvSpPr>
        <p:spPr>
          <a:xfrm>
            <a:off x="6386624" y="899299"/>
            <a:ext cx="2414101" cy="1337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69" name="Google Shape;526;p75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70" name="Title Text"/>
          <p:cNvSpPr txBox="1"/>
          <p:nvPr>
            <p:ph type="title"/>
          </p:nvPr>
        </p:nvSpPr>
        <p:spPr>
          <a:xfrm>
            <a:off x="338324" y="320049"/>
            <a:ext cx="8467502" cy="464102"/>
          </a:xfrm>
          <a:prstGeom prst="rect">
            <a:avLst/>
          </a:prstGeom>
        </p:spPr>
        <p:txBody>
          <a:bodyPr/>
          <a:lstStyle>
            <a:lvl1pPr>
              <a:lnSpc>
                <a:spcPct val="85000"/>
              </a:lnSpc>
            </a:lvl1pPr>
          </a:lstStyle>
          <a:p>
            <a:pPr/>
            <a:r>
              <a:t>Title Text</a:t>
            </a:r>
          </a:p>
        </p:txBody>
      </p:sp>
      <p:sp>
        <p:nvSpPr>
          <p:cNvPr id="137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1_1_2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37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8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38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38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8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84" name="Google Shape;529;p76"/>
          <p:cNvSpPr/>
          <p:nvPr/>
        </p:nvSpPr>
        <p:spPr>
          <a:xfrm>
            <a:off x="344424" y="899299"/>
            <a:ext cx="1993502" cy="34746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85" name="Body Level One…"/>
          <p:cNvSpPr txBox="1"/>
          <p:nvPr>
            <p:ph type="body" sz="quarter" idx="1"/>
          </p:nvPr>
        </p:nvSpPr>
        <p:spPr>
          <a:xfrm>
            <a:off x="515536" y="2728699"/>
            <a:ext cx="1638601" cy="13524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86" name="Google Shape;531;p76"/>
          <p:cNvSpPr/>
          <p:nvPr>
            <p:ph type="pic" sz="quarter" idx="21"/>
          </p:nvPr>
        </p:nvSpPr>
        <p:spPr>
          <a:xfrm>
            <a:off x="344425" y="899299"/>
            <a:ext cx="1993501" cy="1337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87" name="Google Shape;533;p76"/>
          <p:cNvSpPr/>
          <p:nvPr/>
        </p:nvSpPr>
        <p:spPr>
          <a:xfrm>
            <a:off x="2495549" y="899299"/>
            <a:ext cx="1993502" cy="34746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88" name="Google Shape;534;p76"/>
          <p:cNvSpPr txBox="1"/>
          <p:nvPr>
            <p:ph type="body" sz="quarter" idx="22"/>
          </p:nvPr>
        </p:nvSpPr>
        <p:spPr>
          <a:xfrm>
            <a:off x="2666662" y="2728699"/>
            <a:ext cx="1638601" cy="13524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389" name="Google Shape;535;p76"/>
          <p:cNvSpPr/>
          <p:nvPr>
            <p:ph type="pic" sz="quarter" idx="23"/>
          </p:nvPr>
        </p:nvSpPr>
        <p:spPr>
          <a:xfrm>
            <a:off x="2495475" y="899299"/>
            <a:ext cx="1993501" cy="1337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90" name="Google Shape;537;p76"/>
          <p:cNvSpPr/>
          <p:nvPr/>
        </p:nvSpPr>
        <p:spPr>
          <a:xfrm>
            <a:off x="4636775" y="899299"/>
            <a:ext cx="1993501" cy="34746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91" name="Google Shape;538;p76"/>
          <p:cNvSpPr txBox="1"/>
          <p:nvPr>
            <p:ph type="body" sz="quarter" idx="24"/>
          </p:nvPr>
        </p:nvSpPr>
        <p:spPr>
          <a:xfrm>
            <a:off x="4807887" y="2728699"/>
            <a:ext cx="1638601" cy="13524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392" name="Google Shape;539;p76"/>
          <p:cNvSpPr/>
          <p:nvPr>
            <p:ph type="pic" sz="quarter" idx="25"/>
          </p:nvPr>
        </p:nvSpPr>
        <p:spPr>
          <a:xfrm>
            <a:off x="4646524" y="899299"/>
            <a:ext cx="1993501" cy="1337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93" name="Google Shape;541;p76"/>
          <p:cNvSpPr/>
          <p:nvPr/>
        </p:nvSpPr>
        <p:spPr>
          <a:xfrm>
            <a:off x="6797574" y="899299"/>
            <a:ext cx="1993502" cy="34746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94" name="Google Shape;542;p76"/>
          <p:cNvSpPr txBox="1"/>
          <p:nvPr>
            <p:ph type="body" sz="quarter" idx="26"/>
          </p:nvPr>
        </p:nvSpPr>
        <p:spPr>
          <a:xfrm>
            <a:off x="6968687" y="2728699"/>
            <a:ext cx="1638601" cy="13524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395" name="Google Shape;543;p76"/>
          <p:cNvSpPr/>
          <p:nvPr>
            <p:ph type="pic" sz="quarter" idx="27"/>
          </p:nvPr>
        </p:nvSpPr>
        <p:spPr>
          <a:xfrm>
            <a:off x="6797575" y="899299"/>
            <a:ext cx="1993501" cy="1337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96" name="Google Shape;545;p76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97" name="Title Text"/>
          <p:cNvSpPr txBox="1"/>
          <p:nvPr>
            <p:ph type="title"/>
          </p:nvPr>
        </p:nvSpPr>
        <p:spPr>
          <a:xfrm>
            <a:off x="338324" y="320049"/>
            <a:ext cx="8467502" cy="468601"/>
          </a:xfrm>
          <a:prstGeom prst="rect">
            <a:avLst/>
          </a:prstGeom>
        </p:spPr>
        <p:txBody>
          <a:bodyPr/>
          <a:lstStyle>
            <a:lvl1pPr>
              <a:lnSpc>
                <a:spcPct val="85000"/>
              </a:lnSpc>
            </a:lvl1pPr>
          </a:lstStyle>
          <a:p>
            <a:pPr/>
            <a:r>
              <a:t>Title Text</a:t>
            </a:r>
          </a:p>
        </p:txBody>
      </p:sp>
      <p:sp>
        <p:nvSpPr>
          <p:cNvPr id="139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1_1_2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40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0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40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40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1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11" name="Title Text"/>
          <p:cNvSpPr txBox="1"/>
          <p:nvPr>
            <p:ph type="title"/>
          </p:nvPr>
        </p:nvSpPr>
        <p:spPr>
          <a:xfrm>
            <a:off x="338324" y="320049"/>
            <a:ext cx="5019902" cy="572102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412" name="Body Level One…"/>
          <p:cNvSpPr txBox="1"/>
          <p:nvPr>
            <p:ph type="body" sz="half" idx="1"/>
          </p:nvPr>
        </p:nvSpPr>
        <p:spPr>
          <a:xfrm>
            <a:off x="338324" y="1095899"/>
            <a:ext cx="5059202" cy="3277801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13" name="Google Shape;550;p77"/>
          <p:cNvSpPr/>
          <p:nvPr>
            <p:ph type="pic" sz="quarter" idx="21"/>
          </p:nvPr>
        </p:nvSpPr>
        <p:spPr>
          <a:xfrm>
            <a:off x="7389923" y="-18976"/>
            <a:ext cx="1782601" cy="1720802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4" name="Google Shape;551;p77"/>
          <p:cNvSpPr/>
          <p:nvPr>
            <p:ph type="pic" sz="quarter" idx="22"/>
          </p:nvPr>
        </p:nvSpPr>
        <p:spPr>
          <a:xfrm>
            <a:off x="5607370" y="-18976"/>
            <a:ext cx="1782601" cy="1720802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5" name="Google Shape;552;p77"/>
          <p:cNvSpPr/>
          <p:nvPr>
            <p:ph type="pic" sz="quarter" idx="23"/>
          </p:nvPr>
        </p:nvSpPr>
        <p:spPr>
          <a:xfrm>
            <a:off x="7389923" y="1701849"/>
            <a:ext cx="1782601" cy="1720801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6" name="Google Shape;553;p77"/>
          <p:cNvSpPr/>
          <p:nvPr>
            <p:ph type="pic" sz="quarter" idx="24"/>
          </p:nvPr>
        </p:nvSpPr>
        <p:spPr>
          <a:xfrm>
            <a:off x="5607370" y="1701849"/>
            <a:ext cx="1782601" cy="1720801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7" name="Google Shape;554;p77"/>
          <p:cNvSpPr/>
          <p:nvPr>
            <p:ph type="pic" sz="quarter" idx="25"/>
          </p:nvPr>
        </p:nvSpPr>
        <p:spPr>
          <a:xfrm>
            <a:off x="7389923" y="3422675"/>
            <a:ext cx="1782601" cy="1720801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8" name="Google Shape;555;p77"/>
          <p:cNvSpPr/>
          <p:nvPr>
            <p:ph type="pic" sz="quarter" idx="26"/>
          </p:nvPr>
        </p:nvSpPr>
        <p:spPr>
          <a:xfrm>
            <a:off x="5607370" y="3422675"/>
            <a:ext cx="1782601" cy="1720801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9" name="Google Shape;556;p77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2_1_3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428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29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430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431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32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33" name="Google Shape;558;p78"/>
          <p:cNvSpPr/>
          <p:nvPr>
            <p:ph type="pic" idx="21"/>
          </p:nvPr>
        </p:nvSpPr>
        <p:spPr>
          <a:xfrm>
            <a:off x="9225" y="-9226"/>
            <a:ext cx="9144001" cy="2429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34" name="Title Text"/>
          <p:cNvSpPr txBox="1"/>
          <p:nvPr>
            <p:ph type="title"/>
          </p:nvPr>
        </p:nvSpPr>
        <p:spPr>
          <a:xfrm>
            <a:off x="722549" y="1725449"/>
            <a:ext cx="7671601" cy="860101"/>
          </a:xfrm>
          <a:prstGeom prst="rect">
            <a:avLst/>
          </a:prstGeom>
          <a:solidFill>
            <a:srgbClr val="FFFFFF"/>
          </a:solidFill>
        </p:spPr>
        <p:txBody>
          <a:bodyPr lIns="182875" tIns="182875" rIns="182875" bIns="182875"/>
          <a:lstStyle/>
          <a:p>
            <a:pPr/>
            <a:r>
              <a:t>Title Text</a:t>
            </a:r>
          </a:p>
        </p:txBody>
      </p:sp>
      <p:sp>
        <p:nvSpPr>
          <p:cNvPr id="1435" name="Body Level One…"/>
          <p:cNvSpPr txBox="1"/>
          <p:nvPr>
            <p:ph type="body" sz="half" idx="1"/>
          </p:nvPr>
        </p:nvSpPr>
        <p:spPr>
          <a:xfrm>
            <a:off x="917225" y="2585549"/>
            <a:ext cx="7113900" cy="1788301"/>
          </a:xfrm>
          <a:prstGeom prst="rect">
            <a:avLst/>
          </a:prstGeom>
        </p:spPr>
        <p:txBody>
          <a:bodyPr/>
          <a:lstStyle>
            <a:lvl2pPr marL="914400" indent="-342900"/>
            <a:lvl3pPr marL="1371600" indent="-342900"/>
            <a:lvl4pPr marL="1828800" indent="-342900"/>
            <a:lvl5pPr marL="2286000" indent="-342900"/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436" name="Google Shape;561;p78" descr="Google Shape;561;p78"/>
          <p:cNvPicPr>
            <a:picLocks noChangeAspect="1"/>
          </p:cNvPicPr>
          <p:nvPr/>
        </p:nvPicPr>
        <p:blipFill>
          <a:blip r:embed="rId3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14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1_1_1_1_1_1_1_1_1_2_1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44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4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44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44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4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50" name="Google Shape;563;p79"/>
          <p:cNvSpPr txBox="1"/>
          <p:nvPr/>
        </p:nvSpPr>
        <p:spPr>
          <a:xfrm>
            <a:off x="2411724" y="2065862"/>
            <a:ext cx="6288302" cy="10114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0000"/>
              </a:lnSpc>
              <a:defRPr b="1" sz="7200">
                <a:solidFill>
                  <a:srgbClr val="FFFFFF"/>
                </a:solidFill>
              </a:defRPr>
            </a:lvl1pPr>
          </a:lstStyle>
          <a:p>
            <a:pPr/>
            <a:r>
              <a:t>Stats and data</a:t>
            </a:r>
          </a:p>
        </p:txBody>
      </p:sp>
      <p:sp>
        <p:nvSpPr>
          <p:cNvPr id="1451" name="Google Shape;564;p79"/>
          <p:cNvSpPr/>
          <p:nvPr/>
        </p:nvSpPr>
        <p:spPr>
          <a:xfrm>
            <a:off x="-1" y="0"/>
            <a:ext cx="2168402" cy="5143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4035" y="0"/>
                </a:lnTo>
                <a:lnTo>
                  <a:pt x="14035" y="9662"/>
                </a:lnTo>
                <a:lnTo>
                  <a:pt x="16200" y="9662"/>
                </a:lnTo>
                <a:lnTo>
                  <a:pt x="16200" y="8523"/>
                </a:lnTo>
                <a:lnTo>
                  <a:pt x="21600" y="10800"/>
                </a:lnTo>
                <a:lnTo>
                  <a:pt x="16200" y="13077"/>
                </a:lnTo>
                <a:lnTo>
                  <a:pt x="16200" y="11938"/>
                </a:lnTo>
                <a:lnTo>
                  <a:pt x="14035" y="11938"/>
                </a:lnTo>
                <a:lnTo>
                  <a:pt x="14035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52" name="Google Shape;565;p79"/>
          <p:cNvSpPr/>
          <p:nvPr/>
        </p:nvSpPr>
        <p:spPr>
          <a:xfrm>
            <a:off x="-387976" y="41665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46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6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46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46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6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66" name="Body Level One…"/>
          <p:cNvSpPr txBox="1"/>
          <p:nvPr>
            <p:ph type="body" sz="quarter" idx="1"/>
          </p:nvPr>
        </p:nvSpPr>
        <p:spPr>
          <a:xfrm>
            <a:off x="334900" y="2585449"/>
            <a:ext cx="2414100" cy="421501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b="1" sz="1400"/>
            </a:lvl1pPr>
            <a:lvl2pPr marL="914400" indent="-317500">
              <a:buSzPts val="1400"/>
              <a:defRPr b="1" sz="1400"/>
            </a:lvl2pPr>
            <a:lvl3pPr marL="1371600" indent="-317500">
              <a:buSzPts val="1400"/>
              <a:defRPr b="1" sz="1400"/>
            </a:lvl3pPr>
            <a:lvl4pPr marL="1828800" indent="-317500">
              <a:buSzPts val="1400"/>
              <a:defRPr b="1" sz="1400"/>
            </a:lvl4pPr>
            <a:lvl5pPr marL="2286000" indent="-317500">
              <a:buSzPts val="1400"/>
              <a:defRPr b="1"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67" name="Google Shape;568;p80"/>
          <p:cNvSpPr txBox="1"/>
          <p:nvPr>
            <p:ph type="body" sz="quarter" idx="21"/>
          </p:nvPr>
        </p:nvSpPr>
        <p:spPr>
          <a:xfrm>
            <a:off x="3353199" y="2585449"/>
            <a:ext cx="2414102" cy="421501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b="1" sz="1400"/>
            </a:pPr>
          </a:p>
        </p:txBody>
      </p:sp>
      <p:sp>
        <p:nvSpPr>
          <p:cNvPr id="1468" name="Google Shape;569;p80"/>
          <p:cNvSpPr txBox="1"/>
          <p:nvPr>
            <p:ph type="body" sz="quarter" idx="22"/>
          </p:nvPr>
        </p:nvSpPr>
        <p:spPr>
          <a:xfrm>
            <a:off x="6381024" y="2585449"/>
            <a:ext cx="2414101" cy="421501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b="1" sz="1400"/>
            </a:pPr>
          </a:p>
        </p:txBody>
      </p:sp>
      <p:sp>
        <p:nvSpPr>
          <p:cNvPr id="1469" name="Title Text"/>
          <p:cNvSpPr txBox="1"/>
          <p:nvPr>
            <p:ph type="title"/>
          </p:nvPr>
        </p:nvSpPr>
        <p:spPr>
          <a:xfrm>
            <a:off x="351100" y="1272953"/>
            <a:ext cx="2414100" cy="1303201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Title Text</a:t>
            </a:r>
          </a:p>
        </p:txBody>
      </p:sp>
      <p:sp>
        <p:nvSpPr>
          <p:cNvPr id="1470" name="Google Shape;573;p80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471" name="Google Shape;574;p80" descr="Google Shape;574;p80"/>
          <p:cNvPicPr>
            <a:picLocks noChangeAspect="1"/>
          </p:cNvPicPr>
          <p:nvPr/>
        </p:nvPicPr>
        <p:blipFill>
          <a:blip r:embed="rId3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1472" name="Google Shape;575;p80"/>
          <p:cNvSpPr txBox="1"/>
          <p:nvPr>
            <p:ph type="body" sz="quarter" idx="23"/>
          </p:nvPr>
        </p:nvSpPr>
        <p:spPr>
          <a:xfrm>
            <a:off x="346574" y="3095175"/>
            <a:ext cx="2414102" cy="8031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473" name="Google Shape;576;p80"/>
          <p:cNvSpPr txBox="1"/>
          <p:nvPr>
            <p:ph type="body" sz="quarter" idx="24"/>
          </p:nvPr>
        </p:nvSpPr>
        <p:spPr>
          <a:xfrm>
            <a:off x="3353199" y="3095175"/>
            <a:ext cx="2414102" cy="8031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474" name="Google Shape;577;p80"/>
          <p:cNvSpPr txBox="1"/>
          <p:nvPr>
            <p:ph type="body" sz="quarter" idx="25"/>
          </p:nvPr>
        </p:nvSpPr>
        <p:spPr>
          <a:xfrm>
            <a:off x="6392700" y="3095175"/>
            <a:ext cx="2414101" cy="8031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4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2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48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8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48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48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8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488" name="Body Level One…"/>
          <p:cNvSpPr txBox="1"/>
          <p:nvPr>
            <p:ph type="body" sz="quarter" idx="1"/>
          </p:nvPr>
        </p:nvSpPr>
        <p:spPr>
          <a:xfrm>
            <a:off x="334900" y="2575549"/>
            <a:ext cx="2414100" cy="668101"/>
          </a:xfrm>
          <a:prstGeom prst="rect">
            <a:avLst/>
          </a:prstGeom>
        </p:spPr>
        <p:txBody>
          <a:bodyPr/>
          <a:lstStyle>
            <a:lvl2pPr marL="914400" indent="-342900"/>
            <a:lvl3pPr marL="1371600" indent="-342900"/>
            <a:lvl4pPr marL="1828800" indent="-342900"/>
            <a:lvl5pPr marL="2286000" indent="-342900"/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89" name="Google Shape;581;p81"/>
          <p:cNvSpPr txBox="1"/>
          <p:nvPr>
            <p:ph type="body" sz="quarter" idx="21"/>
          </p:nvPr>
        </p:nvSpPr>
        <p:spPr>
          <a:xfrm>
            <a:off x="3353199" y="2575549"/>
            <a:ext cx="2414102" cy="66810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0" name="Google Shape;582;p81"/>
          <p:cNvSpPr txBox="1"/>
          <p:nvPr>
            <p:ph type="body" sz="quarter" idx="22"/>
          </p:nvPr>
        </p:nvSpPr>
        <p:spPr>
          <a:xfrm>
            <a:off x="6390549" y="2575549"/>
            <a:ext cx="2414101" cy="66810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1" name="Title Text"/>
          <p:cNvSpPr txBox="1"/>
          <p:nvPr>
            <p:ph type="title"/>
          </p:nvPr>
        </p:nvSpPr>
        <p:spPr>
          <a:xfrm>
            <a:off x="351100" y="1095899"/>
            <a:ext cx="2414100" cy="1489501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chemeClr val="accent2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492" name="Google Shape;586;p81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9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50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0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50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50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0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06" name="Body Level One…"/>
          <p:cNvSpPr txBox="1"/>
          <p:nvPr>
            <p:ph type="body" sz="quarter" idx="1"/>
          </p:nvPr>
        </p:nvSpPr>
        <p:spPr>
          <a:xfrm>
            <a:off x="344425" y="2111175"/>
            <a:ext cx="2414100" cy="4743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07" name="Google Shape;591;p82"/>
          <p:cNvSpPr txBox="1"/>
          <p:nvPr>
            <p:ph type="body" sz="quarter" idx="21"/>
          </p:nvPr>
        </p:nvSpPr>
        <p:spPr>
          <a:xfrm>
            <a:off x="3362724" y="2111175"/>
            <a:ext cx="2414102" cy="4743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08" name="Google Shape;592;p82"/>
          <p:cNvSpPr txBox="1"/>
          <p:nvPr>
            <p:ph type="body" sz="quarter" idx="22"/>
          </p:nvPr>
        </p:nvSpPr>
        <p:spPr>
          <a:xfrm>
            <a:off x="6390549" y="2111175"/>
            <a:ext cx="2414101" cy="4743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09" name="Title Text"/>
          <p:cNvSpPr txBox="1"/>
          <p:nvPr>
            <p:ph type="title"/>
          </p:nvPr>
        </p:nvSpPr>
        <p:spPr>
          <a:xfrm>
            <a:off x="360625" y="892299"/>
            <a:ext cx="2414100" cy="1105802"/>
          </a:xfrm>
          <a:prstGeom prst="rect">
            <a:avLst/>
          </a:prstGeom>
        </p:spPr>
        <p:txBody>
          <a:bodyPr anchor="b"/>
          <a:lstStyle>
            <a:lvl1pPr>
              <a:defRPr sz="3600"/>
            </a:lvl1pPr>
          </a:lstStyle>
          <a:p>
            <a:pPr/>
            <a:r>
              <a:t>Title Text</a:t>
            </a:r>
          </a:p>
        </p:txBody>
      </p:sp>
      <p:sp>
        <p:nvSpPr>
          <p:cNvPr id="1510" name="Google Shape;596;p82"/>
          <p:cNvSpPr txBox="1"/>
          <p:nvPr>
            <p:ph type="body" sz="quarter" idx="23"/>
          </p:nvPr>
        </p:nvSpPr>
        <p:spPr>
          <a:xfrm>
            <a:off x="344424" y="3708499"/>
            <a:ext cx="2414102" cy="690002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11" name="Google Shape;597;p82"/>
          <p:cNvSpPr txBox="1"/>
          <p:nvPr>
            <p:ph type="body" sz="quarter" idx="24"/>
          </p:nvPr>
        </p:nvSpPr>
        <p:spPr>
          <a:xfrm>
            <a:off x="3362724" y="3708499"/>
            <a:ext cx="2414102" cy="690002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12" name="Google Shape;598;p82"/>
          <p:cNvSpPr txBox="1"/>
          <p:nvPr>
            <p:ph type="body" sz="quarter" idx="25"/>
          </p:nvPr>
        </p:nvSpPr>
        <p:spPr>
          <a:xfrm>
            <a:off x="6390549" y="3708499"/>
            <a:ext cx="2414101" cy="690002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13" name="Google Shape;602;p82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522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23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524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525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26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27" name="Google Shape;605;p83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</a:p>
        </p:txBody>
      </p:sp>
      <p:sp>
        <p:nvSpPr>
          <p:cNvPr id="1528" name="Title Text"/>
          <p:cNvSpPr txBox="1"/>
          <p:nvPr>
            <p:ph type="title"/>
          </p:nvPr>
        </p:nvSpPr>
        <p:spPr>
          <a:xfrm>
            <a:off x="338324" y="320049"/>
            <a:ext cx="8467202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</a:lvl1pPr>
          </a:lstStyle>
          <a:p>
            <a:pPr/>
            <a:r>
              <a:t>Title Text</a:t>
            </a:r>
          </a:p>
        </p:txBody>
      </p:sp>
      <p:sp>
        <p:nvSpPr>
          <p:cNvPr id="1529" name="Body Level One…"/>
          <p:cNvSpPr txBox="1"/>
          <p:nvPr>
            <p:ph type="body" sz="quarter" idx="1"/>
          </p:nvPr>
        </p:nvSpPr>
        <p:spPr>
          <a:xfrm>
            <a:off x="337899" y="724149"/>
            <a:ext cx="8467202" cy="168301"/>
          </a:xfrm>
          <a:prstGeom prst="rect">
            <a:avLst/>
          </a:prstGeom>
        </p:spPr>
        <p:txBody>
          <a:bodyPr anchor="b"/>
          <a:lstStyle>
            <a:lvl1pPr marL="342900" indent="-2286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1pPr>
            <a:lvl2pPr marL="342900" indent="2540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2pPr>
            <a:lvl3pPr marL="342900" indent="7239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3pPr>
            <a:lvl4pPr marL="342900" indent="11938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4pPr>
            <a:lvl5pPr marL="342900" indent="16510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30" name="Google Shape;608;p83"/>
          <p:cNvSpPr txBox="1"/>
          <p:nvPr>
            <p:ph type="body" sz="quarter" idx="21"/>
          </p:nvPr>
        </p:nvSpPr>
        <p:spPr>
          <a:xfrm>
            <a:off x="344424" y="2111175"/>
            <a:ext cx="2414102" cy="4743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31" name="Google Shape;609;p83"/>
          <p:cNvSpPr txBox="1"/>
          <p:nvPr>
            <p:ph type="body" sz="quarter" idx="22"/>
          </p:nvPr>
        </p:nvSpPr>
        <p:spPr>
          <a:xfrm>
            <a:off x="3362724" y="2111175"/>
            <a:ext cx="2414102" cy="4743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32" name="Google Shape;610;p83"/>
          <p:cNvSpPr txBox="1"/>
          <p:nvPr>
            <p:ph type="body" sz="quarter" idx="23"/>
          </p:nvPr>
        </p:nvSpPr>
        <p:spPr>
          <a:xfrm>
            <a:off x="6390549" y="2111175"/>
            <a:ext cx="2414101" cy="4743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33" name="Google Shape;614;p83"/>
          <p:cNvSpPr txBox="1"/>
          <p:nvPr>
            <p:ph type="body" sz="quarter" idx="24"/>
          </p:nvPr>
        </p:nvSpPr>
        <p:spPr>
          <a:xfrm>
            <a:off x="344424" y="3708499"/>
            <a:ext cx="2414102" cy="690002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34" name="Google Shape;615;p83"/>
          <p:cNvSpPr txBox="1"/>
          <p:nvPr>
            <p:ph type="body" sz="quarter" idx="25"/>
          </p:nvPr>
        </p:nvSpPr>
        <p:spPr>
          <a:xfrm>
            <a:off x="3362724" y="3708499"/>
            <a:ext cx="2414102" cy="690002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35" name="Google Shape;616;p83"/>
          <p:cNvSpPr txBox="1"/>
          <p:nvPr>
            <p:ph type="body" sz="quarter" idx="26"/>
          </p:nvPr>
        </p:nvSpPr>
        <p:spPr>
          <a:xfrm>
            <a:off x="6390549" y="3708499"/>
            <a:ext cx="2414101" cy="690002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3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544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45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546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547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48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49" name="Google Shape;621;p84"/>
          <p:cNvSpPr/>
          <p:nvPr/>
        </p:nvSpPr>
        <p:spPr>
          <a:xfrm>
            <a:off x="338324" y="1883449"/>
            <a:ext cx="2414102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50" name="Title Text"/>
          <p:cNvSpPr txBox="1"/>
          <p:nvPr>
            <p:ph type="title"/>
          </p:nvPr>
        </p:nvSpPr>
        <p:spPr>
          <a:xfrm>
            <a:off x="513099" y="1999125"/>
            <a:ext cx="2091002" cy="382501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pPr/>
            <a:r>
              <a:t>Title Text</a:t>
            </a:r>
          </a:p>
        </p:txBody>
      </p:sp>
      <p:sp>
        <p:nvSpPr>
          <p:cNvPr id="1551" name="Body Level One…"/>
          <p:cNvSpPr txBox="1"/>
          <p:nvPr>
            <p:ph type="body" sz="quarter" idx="1"/>
          </p:nvPr>
        </p:nvSpPr>
        <p:spPr>
          <a:xfrm>
            <a:off x="522624" y="2491175"/>
            <a:ext cx="2091002" cy="6279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52" name="Google Shape;624;p84"/>
          <p:cNvSpPr/>
          <p:nvPr/>
        </p:nvSpPr>
        <p:spPr>
          <a:xfrm>
            <a:off x="3364949" y="1869749"/>
            <a:ext cx="2414102" cy="1404002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53" name="Google Shape;626;p84"/>
          <p:cNvSpPr txBox="1"/>
          <p:nvPr>
            <p:ph type="body" sz="quarter" idx="21"/>
          </p:nvPr>
        </p:nvSpPr>
        <p:spPr>
          <a:xfrm>
            <a:off x="3533599" y="249117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54" name="Google Shape;627;p84"/>
          <p:cNvSpPr/>
          <p:nvPr/>
        </p:nvSpPr>
        <p:spPr>
          <a:xfrm>
            <a:off x="6391574" y="1869749"/>
            <a:ext cx="2414102" cy="1404002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55" name="Google Shape;629;p84"/>
          <p:cNvSpPr txBox="1"/>
          <p:nvPr>
            <p:ph type="body" sz="quarter" idx="22"/>
          </p:nvPr>
        </p:nvSpPr>
        <p:spPr>
          <a:xfrm>
            <a:off x="6554975" y="249117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56" name="Google Shape;630;p84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557" name="Google Shape;631;p84" descr="Google Shape;631;p84"/>
          <p:cNvPicPr>
            <a:picLocks noChangeAspect="1"/>
          </p:cNvPicPr>
          <p:nvPr/>
        </p:nvPicPr>
        <p:blipFill>
          <a:blip r:embed="rId3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15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1_1_3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56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6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56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56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7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71" name="Google Shape;635;p85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572" name="Google Shape;636;p85" descr="Google Shape;636;p85"/>
          <p:cNvPicPr>
            <a:picLocks noChangeAspect="1"/>
          </p:cNvPicPr>
          <p:nvPr/>
        </p:nvPicPr>
        <p:blipFill>
          <a:blip r:embed="rId3">
            <a:extLst/>
          </a:blip>
          <a:srcRect l="7060" t="13180" r="5884" b="8919"/>
          <a:stretch>
            <a:fillRect/>
          </a:stretch>
        </p:blipFill>
        <p:spPr>
          <a:xfrm>
            <a:off x="8146074" y="4529399"/>
            <a:ext cx="769575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1573" name="Title Text"/>
          <p:cNvSpPr txBox="1"/>
          <p:nvPr>
            <p:ph type="title"/>
          </p:nvPr>
        </p:nvSpPr>
        <p:spPr>
          <a:xfrm>
            <a:off x="338324" y="320049"/>
            <a:ext cx="8467202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574" name="Body Level One…"/>
          <p:cNvSpPr txBox="1"/>
          <p:nvPr>
            <p:ph type="body" sz="quarter" idx="1"/>
          </p:nvPr>
        </p:nvSpPr>
        <p:spPr>
          <a:xfrm>
            <a:off x="337899" y="724149"/>
            <a:ext cx="8467202" cy="168301"/>
          </a:xfrm>
          <a:prstGeom prst="rect">
            <a:avLst/>
          </a:prstGeom>
        </p:spPr>
        <p:txBody>
          <a:bodyPr anchor="b"/>
          <a:lstStyle>
            <a:lvl1pPr marL="342900" indent="-228600">
              <a:buClrTx/>
              <a:buSzTx/>
              <a:buFontTx/>
              <a:buNone/>
              <a:defRPr b="1" sz="1200"/>
            </a:lvl1pPr>
            <a:lvl2pPr marL="342900" indent="254000">
              <a:buClrTx/>
              <a:buSzTx/>
              <a:buFontTx/>
              <a:buNone/>
              <a:defRPr b="1" sz="1200"/>
            </a:lvl2pPr>
            <a:lvl3pPr marL="342900" indent="723900">
              <a:buClrTx/>
              <a:buSzTx/>
              <a:buFontTx/>
              <a:buNone/>
              <a:defRPr b="1" sz="1200"/>
            </a:lvl3pPr>
            <a:lvl4pPr marL="342900" indent="1193800">
              <a:buClrTx/>
              <a:buSzTx/>
              <a:buFontTx/>
              <a:buNone/>
              <a:defRPr b="1" sz="1200"/>
            </a:lvl4pPr>
            <a:lvl5pPr marL="342900" indent="1651000">
              <a:buClrTx/>
              <a:buSzTx/>
              <a:buFontTx/>
              <a:buNone/>
              <a:defRPr b="1"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75" name="Google Shape;639;p85"/>
          <p:cNvSpPr/>
          <p:nvPr/>
        </p:nvSpPr>
        <p:spPr>
          <a:xfrm>
            <a:off x="338324" y="1883449"/>
            <a:ext cx="2414102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76" name="Google Shape;641;p85"/>
          <p:cNvSpPr txBox="1"/>
          <p:nvPr>
            <p:ph type="body" sz="quarter" idx="21"/>
          </p:nvPr>
        </p:nvSpPr>
        <p:spPr>
          <a:xfrm>
            <a:off x="522624" y="2491175"/>
            <a:ext cx="2091002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77" name="Google Shape;642;p85"/>
          <p:cNvSpPr/>
          <p:nvPr/>
        </p:nvSpPr>
        <p:spPr>
          <a:xfrm>
            <a:off x="3364949" y="1869749"/>
            <a:ext cx="2414102" cy="1404002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78" name="Google Shape;644;p85"/>
          <p:cNvSpPr txBox="1"/>
          <p:nvPr>
            <p:ph type="body" sz="quarter" idx="22"/>
          </p:nvPr>
        </p:nvSpPr>
        <p:spPr>
          <a:xfrm>
            <a:off x="3533599" y="249117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79" name="Google Shape;645;p85"/>
          <p:cNvSpPr/>
          <p:nvPr/>
        </p:nvSpPr>
        <p:spPr>
          <a:xfrm>
            <a:off x="6391574" y="1869749"/>
            <a:ext cx="2414102" cy="1404002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80" name="Google Shape;647;p85"/>
          <p:cNvSpPr txBox="1"/>
          <p:nvPr>
            <p:ph type="body" sz="quarter" idx="23"/>
          </p:nvPr>
        </p:nvSpPr>
        <p:spPr>
          <a:xfrm>
            <a:off x="6554975" y="249117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1_1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58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9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59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59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9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94" name="Google Shape;649;p86"/>
          <p:cNvSpPr/>
          <p:nvPr/>
        </p:nvSpPr>
        <p:spPr>
          <a:xfrm>
            <a:off x="344449" y="1867475"/>
            <a:ext cx="1993502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95" name="Title Text"/>
          <p:cNvSpPr txBox="1"/>
          <p:nvPr>
            <p:ph type="title"/>
          </p:nvPr>
        </p:nvSpPr>
        <p:spPr>
          <a:xfrm>
            <a:off x="485367" y="1996850"/>
            <a:ext cx="1726502" cy="382501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pPr/>
            <a:r>
              <a:t>Title Text</a:t>
            </a:r>
          </a:p>
        </p:txBody>
      </p:sp>
      <p:sp>
        <p:nvSpPr>
          <p:cNvPr id="1596" name="Body Level One…"/>
          <p:cNvSpPr txBox="1"/>
          <p:nvPr>
            <p:ph type="body" sz="quarter" idx="1"/>
          </p:nvPr>
        </p:nvSpPr>
        <p:spPr>
          <a:xfrm>
            <a:off x="485367" y="2488900"/>
            <a:ext cx="1726502" cy="6279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97" name="Google Shape;652;p86"/>
          <p:cNvSpPr/>
          <p:nvPr/>
        </p:nvSpPr>
        <p:spPr>
          <a:xfrm>
            <a:off x="2495442" y="1867475"/>
            <a:ext cx="1993501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98" name="Google Shape;654;p86"/>
          <p:cNvSpPr txBox="1"/>
          <p:nvPr>
            <p:ph type="body" sz="quarter" idx="21"/>
          </p:nvPr>
        </p:nvSpPr>
        <p:spPr>
          <a:xfrm>
            <a:off x="2636467" y="2488900"/>
            <a:ext cx="17265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599" name="Google Shape;655;p86"/>
          <p:cNvSpPr/>
          <p:nvPr/>
        </p:nvSpPr>
        <p:spPr>
          <a:xfrm>
            <a:off x="4646433" y="1867475"/>
            <a:ext cx="1993501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00" name="Google Shape;657;p86"/>
          <p:cNvSpPr txBox="1"/>
          <p:nvPr>
            <p:ph type="body" sz="quarter" idx="22"/>
          </p:nvPr>
        </p:nvSpPr>
        <p:spPr>
          <a:xfrm>
            <a:off x="4777692" y="2488900"/>
            <a:ext cx="17265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01" name="Google Shape;658;p86"/>
          <p:cNvSpPr/>
          <p:nvPr/>
        </p:nvSpPr>
        <p:spPr>
          <a:xfrm>
            <a:off x="6797424" y="1867475"/>
            <a:ext cx="1993501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02" name="Google Shape;660;p86"/>
          <p:cNvSpPr txBox="1"/>
          <p:nvPr>
            <p:ph type="body" sz="quarter" idx="23"/>
          </p:nvPr>
        </p:nvSpPr>
        <p:spPr>
          <a:xfrm>
            <a:off x="6938343" y="2488900"/>
            <a:ext cx="17265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03" name="Google Shape;661;p86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604" name="Google Shape;662;p86" descr="Google Shape;662;p86"/>
          <p:cNvPicPr>
            <a:picLocks noChangeAspect="1"/>
          </p:cNvPicPr>
          <p:nvPr/>
        </p:nvPicPr>
        <p:blipFill>
          <a:blip r:embed="rId3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160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1_1_3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61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1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61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61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61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618" name="Google Shape;666;p87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619" name="Google Shape;667;p87" descr="Google Shape;667;p87"/>
          <p:cNvPicPr>
            <a:picLocks noChangeAspect="1"/>
          </p:cNvPicPr>
          <p:nvPr/>
        </p:nvPicPr>
        <p:blipFill>
          <a:blip r:embed="rId3">
            <a:extLst/>
          </a:blip>
          <a:srcRect l="7060" t="13180" r="5884" b="8919"/>
          <a:stretch>
            <a:fillRect/>
          </a:stretch>
        </p:blipFill>
        <p:spPr>
          <a:xfrm>
            <a:off x="8146074" y="4529399"/>
            <a:ext cx="769575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1620" name="Title Text"/>
          <p:cNvSpPr txBox="1"/>
          <p:nvPr>
            <p:ph type="title"/>
          </p:nvPr>
        </p:nvSpPr>
        <p:spPr>
          <a:xfrm>
            <a:off x="336188" y="320049"/>
            <a:ext cx="8467201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621" name="Body Level One…"/>
          <p:cNvSpPr txBox="1"/>
          <p:nvPr>
            <p:ph type="body" sz="quarter" idx="1"/>
          </p:nvPr>
        </p:nvSpPr>
        <p:spPr>
          <a:xfrm>
            <a:off x="335763" y="724149"/>
            <a:ext cx="8467201" cy="168301"/>
          </a:xfrm>
          <a:prstGeom prst="rect">
            <a:avLst/>
          </a:prstGeom>
        </p:spPr>
        <p:txBody>
          <a:bodyPr anchor="b"/>
          <a:lstStyle>
            <a:lvl1pPr marL="342900" indent="-228600">
              <a:lnSpc>
                <a:spcPct val="9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1pPr>
            <a:lvl2pPr marL="342900" indent="254000">
              <a:lnSpc>
                <a:spcPct val="9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2pPr>
            <a:lvl3pPr marL="342900" indent="723900">
              <a:lnSpc>
                <a:spcPct val="9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3pPr>
            <a:lvl4pPr marL="342900" indent="1193800">
              <a:lnSpc>
                <a:spcPct val="9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4pPr>
            <a:lvl5pPr marL="342900" indent="1651000">
              <a:lnSpc>
                <a:spcPct val="9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22" name="Google Shape;670;p87"/>
          <p:cNvSpPr/>
          <p:nvPr/>
        </p:nvSpPr>
        <p:spPr>
          <a:xfrm>
            <a:off x="344449" y="1867475"/>
            <a:ext cx="1993502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23" name="Google Shape;672;p87"/>
          <p:cNvSpPr txBox="1"/>
          <p:nvPr>
            <p:ph type="body" sz="quarter" idx="21"/>
          </p:nvPr>
        </p:nvSpPr>
        <p:spPr>
          <a:xfrm>
            <a:off x="485367" y="2488900"/>
            <a:ext cx="1726502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24" name="Google Shape;673;p87"/>
          <p:cNvSpPr/>
          <p:nvPr/>
        </p:nvSpPr>
        <p:spPr>
          <a:xfrm>
            <a:off x="2495442" y="1867475"/>
            <a:ext cx="1993501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25" name="Google Shape;675;p87"/>
          <p:cNvSpPr txBox="1"/>
          <p:nvPr>
            <p:ph type="body" sz="quarter" idx="22"/>
          </p:nvPr>
        </p:nvSpPr>
        <p:spPr>
          <a:xfrm>
            <a:off x="2636467" y="2488900"/>
            <a:ext cx="17265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26" name="Google Shape;676;p87"/>
          <p:cNvSpPr/>
          <p:nvPr/>
        </p:nvSpPr>
        <p:spPr>
          <a:xfrm>
            <a:off x="4646433" y="1867475"/>
            <a:ext cx="1993501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27" name="Google Shape;678;p87"/>
          <p:cNvSpPr txBox="1"/>
          <p:nvPr>
            <p:ph type="body" sz="quarter" idx="23"/>
          </p:nvPr>
        </p:nvSpPr>
        <p:spPr>
          <a:xfrm>
            <a:off x="4777692" y="2488900"/>
            <a:ext cx="17265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28" name="Google Shape;679;p87"/>
          <p:cNvSpPr/>
          <p:nvPr/>
        </p:nvSpPr>
        <p:spPr>
          <a:xfrm>
            <a:off x="6797424" y="1867475"/>
            <a:ext cx="1993501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29" name="Google Shape;681;p87"/>
          <p:cNvSpPr txBox="1"/>
          <p:nvPr>
            <p:ph type="body" sz="quarter" idx="24"/>
          </p:nvPr>
        </p:nvSpPr>
        <p:spPr>
          <a:xfrm>
            <a:off x="6938343" y="2488900"/>
            <a:ext cx="17265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1_1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638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39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640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641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642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643" name="Google Shape;683;p88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44" name="Title Text"/>
          <p:cNvSpPr txBox="1"/>
          <p:nvPr>
            <p:ph type="title"/>
          </p:nvPr>
        </p:nvSpPr>
        <p:spPr>
          <a:xfrm>
            <a:off x="336174" y="320049"/>
            <a:ext cx="8467202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</a:lvl1pPr>
          </a:lstStyle>
          <a:p>
            <a:pPr/>
            <a:r>
              <a:t>Title Text</a:t>
            </a:r>
          </a:p>
        </p:txBody>
      </p:sp>
      <p:sp>
        <p:nvSpPr>
          <p:cNvPr id="1645" name="Body Level One…"/>
          <p:cNvSpPr txBox="1"/>
          <p:nvPr>
            <p:ph type="body" sz="quarter" idx="1"/>
          </p:nvPr>
        </p:nvSpPr>
        <p:spPr>
          <a:xfrm>
            <a:off x="335750" y="724149"/>
            <a:ext cx="8467201" cy="168301"/>
          </a:xfrm>
          <a:prstGeom prst="rect">
            <a:avLst/>
          </a:prstGeom>
        </p:spPr>
        <p:txBody>
          <a:bodyPr anchor="b"/>
          <a:lstStyle>
            <a:lvl1pPr marL="342900" indent="-228600">
              <a:lnSpc>
                <a:spcPct val="90000"/>
              </a:lnSpc>
              <a:buClrTx/>
              <a:buSzTx/>
              <a:buFontTx/>
              <a:buNone/>
              <a:defRPr b="1" sz="1200"/>
            </a:lvl1pPr>
            <a:lvl2pPr marL="342900" indent="254000">
              <a:lnSpc>
                <a:spcPct val="90000"/>
              </a:lnSpc>
              <a:buClrTx/>
              <a:buSzTx/>
              <a:buFontTx/>
              <a:buNone/>
              <a:defRPr b="1" sz="1200"/>
            </a:lvl2pPr>
            <a:lvl3pPr marL="342900" indent="723900">
              <a:lnSpc>
                <a:spcPct val="90000"/>
              </a:lnSpc>
              <a:buClrTx/>
              <a:buSzTx/>
              <a:buFontTx/>
              <a:buNone/>
              <a:defRPr b="1" sz="1200"/>
            </a:lvl3pPr>
            <a:lvl4pPr marL="342900" indent="1193800">
              <a:lnSpc>
                <a:spcPct val="90000"/>
              </a:lnSpc>
              <a:buClrTx/>
              <a:buSzTx/>
              <a:buFontTx/>
              <a:buNone/>
              <a:defRPr b="1" sz="1200"/>
            </a:lvl4pPr>
            <a:lvl5pPr marL="342900" indent="1651000">
              <a:lnSpc>
                <a:spcPct val="90000"/>
              </a:lnSpc>
              <a:buClrTx/>
              <a:buSzTx/>
              <a:buFontTx/>
              <a:buNone/>
              <a:defRPr b="1"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46" name="Google Shape;686;p88"/>
          <p:cNvSpPr/>
          <p:nvPr/>
        </p:nvSpPr>
        <p:spPr>
          <a:xfrm>
            <a:off x="338324" y="1185799"/>
            <a:ext cx="2414102" cy="1404002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47" name="Google Shape;688;p88"/>
          <p:cNvSpPr txBox="1"/>
          <p:nvPr>
            <p:ph type="body" sz="quarter" idx="21"/>
          </p:nvPr>
        </p:nvSpPr>
        <p:spPr>
          <a:xfrm>
            <a:off x="522624" y="1793525"/>
            <a:ext cx="2091002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48" name="Google Shape;689;p88"/>
          <p:cNvSpPr/>
          <p:nvPr/>
        </p:nvSpPr>
        <p:spPr>
          <a:xfrm>
            <a:off x="3364949" y="1172099"/>
            <a:ext cx="2414102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49" name="Google Shape;691;p88"/>
          <p:cNvSpPr txBox="1"/>
          <p:nvPr>
            <p:ph type="body" sz="quarter" idx="22"/>
          </p:nvPr>
        </p:nvSpPr>
        <p:spPr>
          <a:xfrm>
            <a:off x="3533599" y="179352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50" name="Google Shape;692;p88"/>
          <p:cNvSpPr/>
          <p:nvPr/>
        </p:nvSpPr>
        <p:spPr>
          <a:xfrm>
            <a:off x="6391574" y="1172099"/>
            <a:ext cx="2414102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51" name="Google Shape;694;p88"/>
          <p:cNvSpPr txBox="1"/>
          <p:nvPr>
            <p:ph type="body" sz="quarter" idx="23"/>
          </p:nvPr>
        </p:nvSpPr>
        <p:spPr>
          <a:xfrm>
            <a:off x="6554975" y="179352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52" name="Google Shape;695;p88"/>
          <p:cNvSpPr/>
          <p:nvPr/>
        </p:nvSpPr>
        <p:spPr>
          <a:xfrm>
            <a:off x="338324" y="2969799"/>
            <a:ext cx="2414102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53" name="Google Shape;697;p88"/>
          <p:cNvSpPr txBox="1"/>
          <p:nvPr>
            <p:ph type="body" sz="quarter" idx="24"/>
          </p:nvPr>
        </p:nvSpPr>
        <p:spPr>
          <a:xfrm>
            <a:off x="522624" y="3577525"/>
            <a:ext cx="2091002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54" name="Google Shape;698;p88"/>
          <p:cNvSpPr/>
          <p:nvPr/>
        </p:nvSpPr>
        <p:spPr>
          <a:xfrm>
            <a:off x="3364949" y="2956099"/>
            <a:ext cx="2414102" cy="1404002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55" name="Google Shape;700;p88"/>
          <p:cNvSpPr txBox="1"/>
          <p:nvPr>
            <p:ph type="body" sz="quarter" idx="25"/>
          </p:nvPr>
        </p:nvSpPr>
        <p:spPr>
          <a:xfrm>
            <a:off x="3533599" y="357752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56" name="Google Shape;701;p88"/>
          <p:cNvSpPr/>
          <p:nvPr/>
        </p:nvSpPr>
        <p:spPr>
          <a:xfrm>
            <a:off x="6391574" y="2956099"/>
            <a:ext cx="2414102" cy="1404002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57" name="Google Shape;703;p88"/>
          <p:cNvSpPr txBox="1"/>
          <p:nvPr>
            <p:ph type="body" sz="quarter" idx="26"/>
          </p:nvPr>
        </p:nvSpPr>
        <p:spPr>
          <a:xfrm>
            <a:off x="6554975" y="357752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1_1_3_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66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6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66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66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67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671" name="Google Shape;705;p89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72" name="Title Text"/>
          <p:cNvSpPr txBox="1"/>
          <p:nvPr>
            <p:ph type="title"/>
          </p:nvPr>
        </p:nvSpPr>
        <p:spPr>
          <a:xfrm>
            <a:off x="338324" y="320049"/>
            <a:ext cx="8467202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673" name="Body Level One…"/>
          <p:cNvSpPr txBox="1"/>
          <p:nvPr>
            <p:ph type="body" sz="quarter" idx="1"/>
          </p:nvPr>
        </p:nvSpPr>
        <p:spPr>
          <a:xfrm>
            <a:off x="337899" y="724149"/>
            <a:ext cx="8467202" cy="168301"/>
          </a:xfrm>
          <a:prstGeom prst="rect">
            <a:avLst/>
          </a:prstGeom>
        </p:spPr>
        <p:txBody>
          <a:bodyPr anchor="b"/>
          <a:lstStyle>
            <a:lvl1pPr marL="342900" indent="-228600">
              <a:lnSpc>
                <a:spcPct val="9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1pPr>
            <a:lvl2pPr marL="342900" indent="254000">
              <a:lnSpc>
                <a:spcPct val="9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2pPr>
            <a:lvl3pPr marL="342900" indent="723900">
              <a:lnSpc>
                <a:spcPct val="9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3pPr>
            <a:lvl4pPr marL="342900" indent="1193800">
              <a:lnSpc>
                <a:spcPct val="9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4pPr>
            <a:lvl5pPr marL="342900" indent="1651000">
              <a:lnSpc>
                <a:spcPct val="90000"/>
              </a:lnSpc>
              <a:buClrTx/>
              <a:buSzTx/>
              <a:buFontTx/>
              <a:buNone/>
              <a:defRPr b="1" sz="1200">
                <a:solidFill>
                  <a:schemeClr val="accent1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74" name="Google Shape;708;p89"/>
          <p:cNvSpPr/>
          <p:nvPr/>
        </p:nvSpPr>
        <p:spPr>
          <a:xfrm>
            <a:off x="338324" y="1185799"/>
            <a:ext cx="2414102" cy="1404002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75" name="Google Shape;709;p89"/>
          <p:cNvSpPr txBox="1"/>
          <p:nvPr>
            <p:ph type="body" sz="quarter" idx="21"/>
          </p:nvPr>
        </p:nvSpPr>
        <p:spPr>
          <a:xfrm>
            <a:off x="522624" y="1793525"/>
            <a:ext cx="2091002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76" name="Google Shape;710;p89"/>
          <p:cNvSpPr/>
          <p:nvPr/>
        </p:nvSpPr>
        <p:spPr>
          <a:xfrm>
            <a:off x="3364949" y="1172099"/>
            <a:ext cx="2414102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77" name="Google Shape;711;p89"/>
          <p:cNvSpPr txBox="1"/>
          <p:nvPr>
            <p:ph type="body" sz="quarter" idx="22"/>
          </p:nvPr>
        </p:nvSpPr>
        <p:spPr>
          <a:xfrm>
            <a:off x="3533599" y="179352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78" name="Google Shape;712;p89"/>
          <p:cNvSpPr/>
          <p:nvPr/>
        </p:nvSpPr>
        <p:spPr>
          <a:xfrm>
            <a:off x="6391574" y="1172099"/>
            <a:ext cx="2414102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79" name="Google Shape;713;p89"/>
          <p:cNvSpPr txBox="1"/>
          <p:nvPr>
            <p:ph type="body" sz="quarter" idx="23"/>
          </p:nvPr>
        </p:nvSpPr>
        <p:spPr>
          <a:xfrm>
            <a:off x="6554975" y="179352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80" name="Google Shape;714;p89"/>
          <p:cNvSpPr/>
          <p:nvPr/>
        </p:nvSpPr>
        <p:spPr>
          <a:xfrm>
            <a:off x="338324" y="2969799"/>
            <a:ext cx="2414102" cy="1404001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81" name="Google Shape;716;p89"/>
          <p:cNvSpPr txBox="1"/>
          <p:nvPr>
            <p:ph type="body" sz="quarter" idx="24"/>
          </p:nvPr>
        </p:nvSpPr>
        <p:spPr>
          <a:xfrm>
            <a:off x="522624" y="3577525"/>
            <a:ext cx="2091002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82" name="Google Shape;717;p89"/>
          <p:cNvSpPr/>
          <p:nvPr/>
        </p:nvSpPr>
        <p:spPr>
          <a:xfrm>
            <a:off x="3364949" y="2956099"/>
            <a:ext cx="2414102" cy="1404002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83" name="Google Shape;719;p89"/>
          <p:cNvSpPr txBox="1"/>
          <p:nvPr>
            <p:ph type="body" sz="quarter" idx="25"/>
          </p:nvPr>
        </p:nvSpPr>
        <p:spPr>
          <a:xfrm>
            <a:off x="3533599" y="357752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84" name="Google Shape;720;p89"/>
          <p:cNvSpPr/>
          <p:nvPr/>
        </p:nvSpPr>
        <p:spPr>
          <a:xfrm>
            <a:off x="6391574" y="2956099"/>
            <a:ext cx="2414102" cy="1404002"/>
          </a:xfrm>
          <a:prstGeom prst="rect">
            <a:avLst/>
          </a:prstGeom>
          <a:solidFill>
            <a:srgbClr val="FFFFFF"/>
          </a:solidFill>
          <a:ln>
            <a:solidFill>
              <a:srgbClr val="E8E8E8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85" name="Google Shape;722;p89"/>
          <p:cNvSpPr txBox="1"/>
          <p:nvPr>
            <p:ph type="body" sz="quarter" idx="26"/>
          </p:nvPr>
        </p:nvSpPr>
        <p:spPr>
          <a:xfrm>
            <a:off x="6554975" y="3577525"/>
            <a:ext cx="2091001" cy="627901"/>
          </a:xfrm>
          <a:prstGeom prst="rect">
            <a:avLst/>
          </a:prstGeom>
        </p:spPr>
        <p:txBody>
          <a:bodyPr/>
          <a:lstStyle/>
          <a:p>
            <a:pPr indent="-304800">
              <a:buSzPts val="1200"/>
              <a:defRPr sz="1200"/>
            </a:pPr>
          </a:p>
        </p:txBody>
      </p:sp>
      <p:sp>
        <p:nvSpPr>
          <p:cNvPr id="168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1_1_2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3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694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95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696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697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698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699" name="Body Level One…"/>
          <p:cNvSpPr txBox="1"/>
          <p:nvPr>
            <p:ph type="body" sz="half" idx="1"/>
          </p:nvPr>
        </p:nvSpPr>
        <p:spPr>
          <a:xfrm>
            <a:off x="337899" y="1095899"/>
            <a:ext cx="4964702" cy="3277801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700" name="Google Shape;725;p90"/>
          <p:cNvSpPr/>
          <p:nvPr/>
        </p:nvSpPr>
        <p:spPr>
          <a:xfrm>
            <a:off x="5618000" y="-28475"/>
            <a:ext cx="3554401" cy="517200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01" name="Title Text"/>
          <p:cNvSpPr txBox="1"/>
          <p:nvPr>
            <p:ph type="title"/>
          </p:nvPr>
        </p:nvSpPr>
        <p:spPr>
          <a:xfrm>
            <a:off x="6189274" y="857963"/>
            <a:ext cx="2414101" cy="436501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Title Text</a:t>
            </a:r>
          </a:p>
        </p:txBody>
      </p:sp>
      <p:pic>
        <p:nvPicPr>
          <p:cNvPr id="1702" name="Google Shape;732;p90" descr="Google Shape;732;p90"/>
          <p:cNvPicPr>
            <a:picLocks noChangeAspect="1"/>
          </p:cNvPicPr>
          <p:nvPr/>
        </p:nvPicPr>
        <p:blipFill>
          <a:blip r:embed="rId3">
            <a:extLst/>
          </a:blip>
          <a:srcRect l="96271" t="0" r="28" b="7312"/>
          <a:stretch>
            <a:fillRect/>
          </a:stretch>
        </p:blipFill>
        <p:spPr>
          <a:xfrm>
            <a:off x="8805674" y="-28476"/>
            <a:ext cx="366725" cy="5172003"/>
          </a:xfrm>
          <a:prstGeom prst="rect">
            <a:avLst/>
          </a:prstGeom>
          <a:ln w="12700">
            <a:miter lim="400000"/>
          </a:ln>
        </p:spPr>
      </p:pic>
      <p:sp>
        <p:nvSpPr>
          <p:cNvPr id="170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5_1_1_2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71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1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71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71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1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16" name="Google Shape;736;p91"/>
          <p:cNvSpPr/>
          <p:nvPr/>
        </p:nvSpPr>
        <p:spPr>
          <a:xfrm>
            <a:off x="5618000" y="-28475"/>
            <a:ext cx="3554401" cy="5172000"/>
          </a:xfrm>
          <a:prstGeom prst="rect">
            <a:avLst/>
          </a:pr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17" name="Title Text"/>
          <p:cNvSpPr txBox="1"/>
          <p:nvPr>
            <p:ph type="title"/>
          </p:nvPr>
        </p:nvSpPr>
        <p:spPr>
          <a:xfrm>
            <a:off x="6189274" y="867488"/>
            <a:ext cx="2414101" cy="436501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718" name="Body Level One…"/>
          <p:cNvSpPr txBox="1"/>
          <p:nvPr>
            <p:ph type="body" sz="quarter" idx="1"/>
          </p:nvPr>
        </p:nvSpPr>
        <p:spPr>
          <a:xfrm>
            <a:off x="6187025" y="1527487"/>
            <a:ext cx="2404800" cy="196501"/>
          </a:xfrm>
          <a:prstGeom prst="rect">
            <a:avLst/>
          </a:prstGeom>
        </p:spPr>
        <p:txBody>
          <a:bodyPr/>
          <a:lstStyle>
            <a:lvl1pPr marL="342900" indent="-2286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1pPr>
            <a:lvl2pPr marL="342900" indent="2540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2pPr>
            <a:lvl3pPr marL="342900" indent="7239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3pPr>
            <a:lvl4pPr marL="342900" indent="11938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4pPr>
            <a:lvl5pPr marL="342900" indent="1651000">
              <a:buClrTx/>
              <a:buSzTx/>
              <a:buFontTx/>
              <a:buNone/>
              <a:defRPr b="1" sz="12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719" name="Google Shape;743;p91" descr="Google Shape;743;p91"/>
          <p:cNvPicPr>
            <a:picLocks noChangeAspect="1"/>
          </p:cNvPicPr>
          <p:nvPr/>
        </p:nvPicPr>
        <p:blipFill>
          <a:blip r:embed="rId3">
            <a:extLst/>
          </a:blip>
          <a:srcRect l="95959" t="0" r="50" b="0"/>
          <a:stretch>
            <a:fillRect/>
          </a:stretch>
        </p:blipFill>
        <p:spPr>
          <a:xfrm>
            <a:off x="8805677" y="-28476"/>
            <a:ext cx="366725" cy="5172002"/>
          </a:xfrm>
          <a:prstGeom prst="rect">
            <a:avLst/>
          </a:prstGeom>
          <a:ln w="12700">
            <a:miter lim="400000"/>
          </a:ln>
        </p:spPr>
      </p:pic>
      <p:sp>
        <p:nvSpPr>
          <p:cNvPr id="1720" name="Google Shape;744;p91"/>
          <p:cNvSpPr txBox="1"/>
          <p:nvPr>
            <p:ph type="body" sz="half" idx="21"/>
          </p:nvPr>
        </p:nvSpPr>
        <p:spPr>
          <a:xfrm>
            <a:off x="337899" y="1095900"/>
            <a:ext cx="4964702" cy="3277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1_1_1_1_1_1_1_1_1_2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72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3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73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73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3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34" name="Google Shape;747;p92"/>
          <p:cNvSpPr txBox="1"/>
          <p:nvPr/>
        </p:nvSpPr>
        <p:spPr>
          <a:xfrm>
            <a:off x="2577574" y="1596006"/>
            <a:ext cx="6228002" cy="1951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0000"/>
              </a:lnSpc>
              <a:defRPr b="1" sz="7200">
                <a:solidFill>
                  <a:srgbClr val="FFFFFF"/>
                </a:solidFill>
              </a:defRPr>
            </a:lvl1pPr>
          </a:lstStyle>
          <a:p>
            <a:pPr/>
            <a:r>
              <a:t>Quotes and callouts</a:t>
            </a:r>
          </a:p>
        </p:txBody>
      </p:sp>
      <p:sp>
        <p:nvSpPr>
          <p:cNvPr id="1735" name="Google Shape;748;p92"/>
          <p:cNvSpPr/>
          <p:nvPr/>
        </p:nvSpPr>
        <p:spPr>
          <a:xfrm>
            <a:off x="-1" y="0"/>
            <a:ext cx="2168402" cy="5143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4035" y="0"/>
                </a:lnTo>
                <a:lnTo>
                  <a:pt x="14035" y="9662"/>
                </a:lnTo>
                <a:lnTo>
                  <a:pt x="16200" y="9662"/>
                </a:lnTo>
                <a:lnTo>
                  <a:pt x="16200" y="8523"/>
                </a:lnTo>
                <a:lnTo>
                  <a:pt x="21600" y="10800"/>
                </a:lnTo>
                <a:lnTo>
                  <a:pt x="16200" y="13077"/>
                </a:lnTo>
                <a:lnTo>
                  <a:pt x="16200" y="11938"/>
                </a:lnTo>
                <a:lnTo>
                  <a:pt x="14035" y="11938"/>
                </a:lnTo>
                <a:lnTo>
                  <a:pt x="14035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36" name="Google Shape;749;p92"/>
          <p:cNvSpPr/>
          <p:nvPr/>
        </p:nvSpPr>
        <p:spPr>
          <a:xfrm>
            <a:off x="-387976" y="41665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74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4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74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74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4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50" name="Body Level One…"/>
          <p:cNvSpPr txBox="1"/>
          <p:nvPr>
            <p:ph type="body" idx="1"/>
          </p:nvPr>
        </p:nvSpPr>
        <p:spPr>
          <a:xfrm>
            <a:off x="1158400" y="1718999"/>
            <a:ext cx="7646700" cy="2654701"/>
          </a:xfrm>
          <a:prstGeom prst="rect">
            <a:avLst/>
          </a:prstGeom>
        </p:spPr>
        <p:txBody>
          <a:bodyPr/>
          <a:lstStyle>
            <a:lvl1pPr indent="-381000">
              <a:buSzPts val="2400"/>
              <a:defRPr b="1" sz="2400"/>
            </a:lvl1pPr>
            <a:lvl2pPr marL="1141185" indent="-544285">
              <a:buSzPts val="2400"/>
              <a:defRPr b="1" sz="2400"/>
            </a:lvl2pPr>
            <a:lvl3pPr marL="1676400" indent="-609600">
              <a:buSzPts val="2400"/>
              <a:defRPr b="1" sz="2400"/>
            </a:lvl3pPr>
            <a:lvl4pPr marL="2237739" indent="-701039">
              <a:buSzPts val="2400"/>
              <a:defRPr b="1" sz="2400"/>
            </a:lvl4pPr>
            <a:lvl5pPr marL="2694939" indent="-701039">
              <a:buSzPts val="2400"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751" name="Google Shape;752;p93" descr="Google Shape;752;p9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69761" y="1465726"/>
            <a:ext cx="740676" cy="607774"/>
          </a:xfrm>
          <a:prstGeom prst="rect">
            <a:avLst/>
          </a:prstGeom>
          <a:ln w="12700">
            <a:miter lim="400000"/>
          </a:ln>
        </p:spPr>
      </p:pic>
      <p:sp>
        <p:nvSpPr>
          <p:cNvPr id="1752" name="Google Shape;753;p93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753" name="Google Shape;754;p93" descr="Google Shape;754;p93"/>
          <p:cNvPicPr>
            <a:picLocks noChangeAspect="1"/>
          </p:cNvPicPr>
          <p:nvPr/>
        </p:nvPicPr>
        <p:blipFill>
          <a:blip r:embed="rId4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1754" name="Title Text"/>
          <p:cNvSpPr txBox="1"/>
          <p:nvPr>
            <p:ph type="title"/>
          </p:nvPr>
        </p:nvSpPr>
        <p:spPr>
          <a:xfrm>
            <a:off x="338324" y="320049"/>
            <a:ext cx="84669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75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1_3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76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6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76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76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6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768" name="Google Shape;758;p94" descr="Google Shape;758;p9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68225" y="1434425"/>
            <a:ext cx="740675" cy="607774"/>
          </a:xfrm>
          <a:prstGeom prst="rect">
            <a:avLst/>
          </a:prstGeom>
          <a:ln w="12700">
            <a:miter lim="400000"/>
          </a:ln>
        </p:spPr>
      </p:pic>
      <p:sp>
        <p:nvSpPr>
          <p:cNvPr id="1769" name="Google Shape;759;p94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70" name="Body Level One…"/>
          <p:cNvSpPr txBox="1"/>
          <p:nvPr>
            <p:ph type="body" idx="1"/>
          </p:nvPr>
        </p:nvSpPr>
        <p:spPr>
          <a:xfrm>
            <a:off x="1158400" y="1718999"/>
            <a:ext cx="7646700" cy="2654701"/>
          </a:xfrm>
          <a:prstGeom prst="rect">
            <a:avLst/>
          </a:prstGeom>
        </p:spPr>
        <p:txBody>
          <a:bodyPr/>
          <a:lstStyle>
            <a:lvl1pPr indent="-381000">
              <a:buClr>
                <a:schemeClr val="accent1"/>
              </a:buClr>
              <a:buSzPts val="2400"/>
              <a:defRPr b="1" sz="2400">
                <a:solidFill>
                  <a:srgbClr val="FFFFFF"/>
                </a:solidFill>
              </a:defRPr>
            </a:lvl1pPr>
            <a:lvl2pPr marL="1141185" indent="-544285">
              <a:buClr>
                <a:schemeClr val="accent1"/>
              </a:buClr>
              <a:buSzPts val="2400"/>
              <a:defRPr b="1" sz="2400">
                <a:solidFill>
                  <a:srgbClr val="FFFFFF"/>
                </a:solidFill>
              </a:defRPr>
            </a:lvl2pPr>
            <a:lvl3pPr marL="1676400" indent="-609600">
              <a:buClr>
                <a:schemeClr val="accent1"/>
              </a:buClr>
              <a:buSzPts val="2400"/>
              <a:defRPr b="1" sz="2400">
                <a:solidFill>
                  <a:srgbClr val="FFFFFF"/>
                </a:solidFill>
              </a:defRPr>
            </a:lvl3pPr>
            <a:lvl4pPr marL="2237739" indent="-701039">
              <a:buClr>
                <a:schemeClr val="accent1"/>
              </a:buClr>
              <a:buSzPts val="2400"/>
              <a:defRPr b="1" sz="2400">
                <a:solidFill>
                  <a:srgbClr val="FFFFFF"/>
                </a:solidFill>
              </a:defRPr>
            </a:lvl4pPr>
            <a:lvl5pPr marL="2694939" indent="-701039">
              <a:buClr>
                <a:schemeClr val="accent1"/>
              </a:buClr>
              <a:buSzPts val="2400"/>
              <a:defRPr b="1" sz="24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771" name="Title Text"/>
          <p:cNvSpPr txBox="1"/>
          <p:nvPr>
            <p:ph type="title"/>
          </p:nvPr>
        </p:nvSpPr>
        <p:spPr>
          <a:xfrm>
            <a:off x="338324" y="320049"/>
            <a:ext cx="8466902" cy="4401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7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9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780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81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782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783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84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785" name="Google Shape;764;p95" descr="Google Shape;764;p9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69761" y="1465714"/>
            <a:ext cx="740676" cy="607774"/>
          </a:xfrm>
          <a:prstGeom prst="rect">
            <a:avLst/>
          </a:prstGeom>
          <a:ln w="12700">
            <a:miter lim="400000"/>
          </a:ln>
        </p:spPr>
      </p:pic>
      <p:sp>
        <p:nvSpPr>
          <p:cNvPr id="1786" name="Google Shape;765;p95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87" name="Body Level One…"/>
          <p:cNvSpPr txBox="1"/>
          <p:nvPr>
            <p:ph type="body" idx="1"/>
          </p:nvPr>
        </p:nvSpPr>
        <p:spPr>
          <a:xfrm>
            <a:off x="1158400" y="1718999"/>
            <a:ext cx="7646700" cy="2654701"/>
          </a:xfrm>
          <a:prstGeom prst="rect">
            <a:avLst/>
          </a:prstGeom>
        </p:spPr>
        <p:txBody>
          <a:bodyPr/>
          <a:lstStyle>
            <a:lvl1pPr indent="-381000">
              <a:buSzPts val="2400"/>
              <a:defRPr b="1" sz="2400"/>
            </a:lvl1pPr>
            <a:lvl2pPr marL="1141185" indent="-544285">
              <a:buSzPts val="2400"/>
              <a:defRPr b="1" sz="2400"/>
            </a:lvl2pPr>
            <a:lvl3pPr marL="1676400" indent="-609600">
              <a:buSzPts val="2400"/>
              <a:defRPr b="1" sz="2400"/>
            </a:lvl3pPr>
            <a:lvl4pPr marL="2237739" indent="-701039">
              <a:buSzPts val="2400"/>
              <a:defRPr b="1" sz="2400"/>
            </a:lvl4pPr>
            <a:lvl5pPr marL="2694939" indent="-701039">
              <a:buSzPts val="2400"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788" name="Title Text"/>
          <p:cNvSpPr txBox="1"/>
          <p:nvPr>
            <p:ph type="title"/>
          </p:nvPr>
        </p:nvSpPr>
        <p:spPr>
          <a:xfrm>
            <a:off x="338324" y="320049"/>
            <a:ext cx="84669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78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4_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6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797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98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799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800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801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802" name="Google Shape;770;p96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803" name="quotations-gray3@4x.pngGoogle Shape;771;p96" descr="quotations-gray3@4x.pngGoogle Shape;771;p9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272775" y="1299500"/>
            <a:ext cx="693950" cy="56881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63500" dist="38100" dir="5400000">
              <a:srgbClr val="000000">
                <a:alpha val="15000"/>
              </a:srgbClr>
            </a:outerShdw>
          </a:effectLst>
        </p:spPr>
      </p:pic>
      <p:sp>
        <p:nvSpPr>
          <p:cNvPr id="1804" name="Google Shape;772;p96"/>
          <p:cNvSpPr/>
          <p:nvPr>
            <p:ph type="pic" sz="quarter" idx="21"/>
          </p:nvPr>
        </p:nvSpPr>
        <p:spPr>
          <a:xfrm>
            <a:off x="335274" y="1586947"/>
            <a:ext cx="1773902" cy="1773902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805" name="Body Level One…"/>
          <p:cNvSpPr txBox="1"/>
          <p:nvPr>
            <p:ph type="body" sz="half" idx="1"/>
          </p:nvPr>
        </p:nvSpPr>
        <p:spPr>
          <a:xfrm>
            <a:off x="2661924" y="1718999"/>
            <a:ext cx="6143702" cy="2655001"/>
          </a:xfrm>
          <a:prstGeom prst="rect">
            <a:avLst/>
          </a:prstGeom>
        </p:spPr>
        <p:txBody>
          <a:bodyPr/>
          <a:lstStyle>
            <a:lvl1pPr indent="-381000">
              <a:buSzPts val="2400"/>
              <a:defRPr b="1" sz="2400"/>
            </a:lvl1pPr>
            <a:lvl2pPr marL="1141185" indent="-544285">
              <a:buSzPts val="2400"/>
              <a:defRPr b="1" sz="2400"/>
            </a:lvl2pPr>
            <a:lvl3pPr marL="1676400" indent="-609600">
              <a:buSzPts val="2400"/>
              <a:defRPr b="1" sz="2400"/>
            </a:lvl3pPr>
            <a:lvl4pPr marL="2237739" indent="-701039">
              <a:buSzPts val="2400"/>
              <a:defRPr b="1" sz="2400"/>
            </a:lvl4pPr>
            <a:lvl5pPr marL="2694939" indent="-701039">
              <a:buSzPts val="2400"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06" name="Title Text"/>
          <p:cNvSpPr txBox="1"/>
          <p:nvPr>
            <p:ph type="title"/>
          </p:nvPr>
        </p:nvSpPr>
        <p:spPr>
          <a:xfrm>
            <a:off x="338324" y="320049"/>
            <a:ext cx="84669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80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4_1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815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16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817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818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819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820" name="Google Shape;777;p97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821" name="quotations-gray3@4x.pngGoogle Shape;778;p97" descr="quotations-gray3@4x.pngGoogle Shape;778;p97"/>
          <p:cNvPicPr>
            <a:picLocks noChangeAspect="1"/>
          </p:cNvPicPr>
          <p:nvPr/>
        </p:nvPicPr>
        <p:blipFill>
          <a:blip r:embed="rId3">
            <a:alphaModFix amt="46000"/>
            <a:extLst/>
          </a:blip>
          <a:stretch>
            <a:fillRect/>
          </a:stretch>
        </p:blipFill>
        <p:spPr>
          <a:xfrm>
            <a:off x="2272775" y="1299500"/>
            <a:ext cx="693950" cy="56881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63500" dist="38100" dir="5400000">
              <a:srgbClr val="E8E8E8">
                <a:alpha val="11000"/>
              </a:srgbClr>
            </a:outerShdw>
          </a:effectLst>
        </p:spPr>
      </p:pic>
      <p:sp>
        <p:nvSpPr>
          <p:cNvPr id="1822" name="Google Shape;779;p97"/>
          <p:cNvSpPr/>
          <p:nvPr>
            <p:ph type="pic" sz="quarter" idx="21"/>
          </p:nvPr>
        </p:nvSpPr>
        <p:spPr>
          <a:xfrm>
            <a:off x="335274" y="1586947"/>
            <a:ext cx="1773902" cy="1773902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823" name="Body Level One…"/>
          <p:cNvSpPr txBox="1"/>
          <p:nvPr>
            <p:ph type="body" sz="half" idx="1"/>
          </p:nvPr>
        </p:nvSpPr>
        <p:spPr>
          <a:xfrm>
            <a:off x="2661924" y="1718999"/>
            <a:ext cx="6143702" cy="2655001"/>
          </a:xfrm>
          <a:prstGeom prst="rect">
            <a:avLst/>
          </a:prstGeom>
        </p:spPr>
        <p:txBody>
          <a:bodyPr/>
          <a:lstStyle>
            <a:lvl1pPr indent="-381000">
              <a:buClr>
                <a:schemeClr val="accent1"/>
              </a:buClr>
              <a:buSzPts val="2400"/>
              <a:defRPr b="1" sz="2400">
                <a:solidFill>
                  <a:srgbClr val="FFFFFF"/>
                </a:solidFill>
              </a:defRPr>
            </a:lvl1pPr>
            <a:lvl2pPr marL="1141185" indent="-544285">
              <a:buClr>
                <a:schemeClr val="accent1"/>
              </a:buClr>
              <a:buSzPts val="2400"/>
              <a:defRPr b="1" sz="2400">
                <a:solidFill>
                  <a:srgbClr val="FFFFFF"/>
                </a:solidFill>
              </a:defRPr>
            </a:lvl2pPr>
            <a:lvl3pPr marL="1676400" indent="-609600">
              <a:buClr>
                <a:schemeClr val="accent1"/>
              </a:buClr>
              <a:buSzPts val="2400"/>
              <a:defRPr b="1" sz="2400">
                <a:solidFill>
                  <a:srgbClr val="FFFFFF"/>
                </a:solidFill>
              </a:defRPr>
            </a:lvl3pPr>
            <a:lvl4pPr marL="2237739" indent="-701039">
              <a:buClr>
                <a:schemeClr val="accent1"/>
              </a:buClr>
              <a:buSzPts val="2400"/>
              <a:defRPr b="1" sz="2400">
                <a:solidFill>
                  <a:srgbClr val="FFFFFF"/>
                </a:solidFill>
              </a:defRPr>
            </a:lvl4pPr>
            <a:lvl5pPr marL="2694939" indent="-701039">
              <a:buClr>
                <a:schemeClr val="accent1"/>
              </a:buClr>
              <a:buSzPts val="2400"/>
              <a:defRPr b="1" sz="24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24" name="Title Text"/>
          <p:cNvSpPr txBox="1"/>
          <p:nvPr>
            <p:ph type="title"/>
          </p:nvPr>
        </p:nvSpPr>
        <p:spPr>
          <a:xfrm>
            <a:off x="336188" y="320049"/>
            <a:ext cx="8467201" cy="4041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85000"/>
              </a:lnSpc>
              <a:defRPr>
                <a:solidFill>
                  <a:schemeClr val="accent1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8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4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83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3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83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83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83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838" name="quotations-gray3@4x.pngGoogle Shape;783;p98" descr="quotations-gray3@4x.pngGoogle Shape;783;p98"/>
          <p:cNvPicPr>
            <a:picLocks noChangeAspect="1"/>
          </p:cNvPicPr>
          <p:nvPr/>
        </p:nvPicPr>
        <p:blipFill>
          <a:blip r:embed="rId3">
            <a:alphaModFix amt="95000"/>
            <a:extLst/>
          </a:blip>
          <a:stretch>
            <a:fillRect/>
          </a:stretch>
        </p:blipFill>
        <p:spPr>
          <a:xfrm>
            <a:off x="2272775" y="1299500"/>
            <a:ext cx="693950" cy="56881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63500" dist="38100" dir="5400000">
              <a:srgbClr val="000000">
                <a:alpha val="28000"/>
              </a:srgbClr>
            </a:outerShdw>
          </a:effectLst>
        </p:spPr>
      </p:pic>
      <p:sp>
        <p:nvSpPr>
          <p:cNvPr id="1839" name="Google Shape;784;p98"/>
          <p:cNvSpPr/>
          <p:nvPr>
            <p:ph type="pic" sz="quarter" idx="21"/>
          </p:nvPr>
        </p:nvSpPr>
        <p:spPr>
          <a:xfrm>
            <a:off x="335274" y="1586947"/>
            <a:ext cx="1773902" cy="1773902"/>
          </a:xfrm>
          <a:prstGeom prst="rect">
            <a:avLst/>
          </a:prstGeom>
          <a:ln w="9525">
            <a:solidFill>
              <a:srgbClr val="E8E8E8"/>
            </a:solidFill>
            <a:round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840" name="Google Shape;785;p98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41" name="Body Level One…"/>
          <p:cNvSpPr txBox="1"/>
          <p:nvPr>
            <p:ph type="body" sz="half" idx="1"/>
          </p:nvPr>
        </p:nvSpPr>
        <p:spPr>
          <a:xfrm>
            <a:off x="2661924" y="1718999"/>
            <a:ext cx="6143702" cy="2655001"/>
          </a:xfrm>
          <a:prstGeom prst="rect">
            <a:avLst/>
          </a:prstGeom>
        </p:spPr>
        <p:txBody>
          <a:bodyPr/>
          <a:lstStyle>
            <a:lvl1pPr indent="-381000">
              <a:buSzPts val="2400"/>
              <a:defRPr b="1" sz="2400"/>
            </a:lvl1pPr>
            <a:lvl2pPr marL="1141185" indent="-544285">
              <a:buSzPts val="2400"/>
              <a:defRPr b="1" sz="2400"/>
            </a:lvl2pPr>
            <a:lvl3pPr marL="1676400" indent="-609600">
              <a:buSzPts val="2400"/>
              <a:defRPr b="1" sz="2400"/>
            </a:lvl3pPr>
            <a:lvl4pPr marL="2237739" indent="-701039">
              <a:buSzPts val="2400"/>
              <a:defRPr b="1" sz="2400"/>
            </a:lvl4pPr>
            <a:lvl5pPr marL="2694939" indent="-701039">
              <a:buSzPts val="2400"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42" name="Title Text"/>
          <p:cNvSpPr txBox="1"/>
          <p:nvPr>
            <p:ph type="title"/>
          </p:nvPr>
        </p:nvSpPr>
        <p:spPr>
          <a:xfrm>
            <a:off x="338324" y="320049"/>
            <a:ext cx="8466902" cy="4401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84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6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85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5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85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85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85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856" name="Title Text"/>
          <p:cNvSpPr txBox="1"/>
          <p:nvPr>
            <p:ph type="title"/>
          </p:nvPr>
        </p:nvSpPr>
        <p:spPr>
          <a:xfrm>
            <a:off x="1124724" y="892299"/>
            <a:ext cx="6972601" cy="3481201"/>
          </a:xfrm>
          <a:prstGeom prst="rect">
            <a:avLst/>
          </a:prstGeom>
        </p:spPr>
        <p:txBody>
          <a:bodyPr anchor="ctr"/>
          <a:lstStyle>
            <a:lvl1pPr>
              <a:defRPr sz="3600"/>
            </a:lvl1pPr>
          </a:lstStyle>
          <a:p>
            <a:pPr/>
            <a:r>
              <a:t>Title Text</a:t>
            </a:r>
          </a:p>
        </p:txBody>
      </p:sp>
      <p:pic>
        <p:nvPicPr>
          <p:cNvPr id="1857" name="quotations-gray3@4x.pngGoogle Shape;791;p99" descr="quotations-gray3@4x.pngGoogle Shape;791;p99"/>
          <p:cNvPicPr>
            <a:picLocks noChangeAspect="1"/>
          </p:cNvPicPr>
          <p:nvPr/>
        </p:nvPicPr>
        <p:blipFill>
          <a:blip r:embed="rId3">
            <a:alphaModFix amt="15000"/>
            <a:extLst/>
          </a:blip>
          <a:stretch>
            <a:fillRect/>
          </a:stretch>
        </p:blipFill>
        <p:spPr>
          <a:xfrm>
            <a:off x="-208113" y="207688"/>
            <a:ext cx="2098726" cy="172021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8" name="quotations-gray3@4x.pngGoogle Shape;792;p99" descr="quotations-gray3@4x.pngGoogle Shape;792;p99"/>
          <p:cNvPicPr>
            <a:picLocks noChangeAspect="1"/>
          </p:cNvPicPr>
          <p:nvPr/>
        </p:nvPicPr>
        <p:blipFill>
          <a:blip r:embed="rId3">
            <a:alphaModFix amt="15000"/>
            <a:extLst/>
          </a:blip>
          <a:stretch>
            <a:fillRect/>
          </a:stretch>
        </p:blipFill>
        <p:spPr>
          <a:xfrm rot="10800000">
            <a:off x="7132338" y="3000188"/>
            <a:ext cx="2098726" cy="1720213"/>
          </a:xfrm>
          <a:prstGeom prst="rect">
            <a:avLst/>
          </a:prstGeom>
          <a:ln w="12700">
            <a:miter lim="400000"/>
          </a:ln>
        </p:spPr>
      </p:pic>
      <p:sp>
        <p:nvSpPr>
          <p:cNvPr id="1859" name="Google Shape;793;p99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60" name="Body Level One…"/>
          <p:cNvSpPr txBox="1"/>
          <p:nvPr>
            <p:ph type="body" sz="quarter" idx="1"/>
          </p:nvPr>
        </p:nvSpPr>
        <p:spPr>
          <a:xfrm>
            <a:off x="1121499" y="3871450"/>
            <a:ext cx="3496202" cy="502201"/>
          </a:xfrm>
          <a:prstGeom prst="rect">
            <a:avLst/>
          </a:prstGeom>
        </p:spPr>
        <p:txBody>
          <a:bodyPr anchor="ctr"/>
          <a:lstStyle>
            <a:lvl1pPr indent="-304800">
              <a:lnSpc>
                <a:spcPct val="100000"/>
              </a:lnSpc>
              <a:buClr>
                <a:srgbClr val="191919"/>
              </a:buClr>
              <a:buSzPts val="1200"/>
              <a:defRPr sz="1200"/>
            </a:lvl1pPr>
            <a:lvl2pPr marL="869042" indent="-272142">
              <a:lnSpc>
                <a:spcPct val="100000"/>
              </a:lnSpc>
              <a:buClr>
                <a:srgbClr val="191919"/>
              </a:buClr>
              <a:buSzPts val="1200"/>
              <a:defRPr sz="1200"/>
            </a:lvl2pPr>
            <a:lvl3pPr marL="1371600" indent="-304800">
              <a:lnSpc>
                <a:spcPct val="100000"/>
              </a:lnSpc>
              <a:buClr>
                <a:srgbClr val="191919"/>
              </a:buClr>
              <a:buSzPts val="1200"/>
              <a:defRPr sz="1200"/>
            </a:lvl3pPr>
            <a:lvl4pPr marL="1887220" indent="-350520">
              <a:lnSpc>
                <a:spcPct val="100000"/>
              </a:lnSpc>
              <a:buClr>
                <a:srgbClr val="191919"/>
              </a:buClr>
              <a:buSzPts val="1200"/>
              <a:defRPr sz="1200"/>
            </a:lvl4pPr>
            <a:lvl5pPr marL="2344420" indent="-350520">
              <a:lnSpc>
                <a:spcPct val="100000"/>
              </a:lnSpc>
              <a:buClr>
                <a:srgbClr val="191919"/>
              </a:buClr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61" name="Google Shape;795;p99"/>
          <p:cNvSpPr/>
          <p:nvPr/>
        </p:nvSpPr>
        <p:spPr>
          <a:xfrm>
            <a:off x="-291500" y="0"/>
            <a:ext cx="267301" cy="2038500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62" name="Google Shape;796;p99"/>
          <p:cNvSpPr/>
          <p:nvPr/>
        </p:nvSpPr>
        <p:spPr>
          <a:xfrm>
            <a:off x="9163049" y="3000200"/>
            <a:ext cx="267302" cy="20385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6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6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87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7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87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87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87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876" name="Title Text"/>
          <p:cNvSpPr txBox="1"/>
          <p:nvPr>
            <p:ph type="title"/>
          </p:nvPr>
        </p:nvSpPr>
        <p:spPr>
          <a:xfrm>
            <a:off x="1124724" y="892299"/>
            <a:ext cx="6972601" cy="3481501"/>
          </a:xfrm>
          <a:prstGeom prst="rect">
            <a:avLst/>
          </a:prstGeom>
        </p:spPr>
        <p:txBody>
          <a:bodyPr anchor="ctr"/>
          <a:lstStyle>
            <a:lvl1pPr>
              <a:defRPr sz="3600"/>
            </a:lvl1pPr>
          </a:lstStyle>
          <a:p>
            <a:pPr/>
            <a:r>
              <a:t>Title Text</a:t>
            </a:r>
          </a:p>
        </p:txBody>
      </p:sp>
      <p:pic>
        <p:nvPicPr>
          <p:cNvPr id="1877" name="quotations-gray3@4x.pngGoogle Shape;799;p100" descr="quotations-gray3@4x.pngGoogle Shape;799;p100"/>
          <p:cNvPicPr>
            <a:picLocks noChangeAspect="1"/>
          </p:cNvPicPr>
          <p:nvPr/>
        </p:nvPicPr>
        <p:blipFill>
          <a:blip r:embed="rId3">
            <a:alphaModFix amt="36000"/>
            <a:extLst/>
          </a:blip>
          <a:stretch>
            <a:fillRect/>
          </a:stretch>
        </p:blipFill>
        <p:spPr>
          <a:xfrm>
            <a:off x="-208113" y="207688"/>
            <a:ext cx="2098726" cy="172021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8" name="quotations-gray3@4x.pngGoogle Shape;800;p100" descr="quotations-gray3@4x.pngGoogle Shape;800;p100"/>
          <p:cNvPicPr>
            <a:picLocks noChangeAspect="1"/>
          </p:cNvPicPr>
          <p:nvPr/>
        </p:nvPicPr>
        <p:blipFill>
          <a:blip r:embed="rId3">
            <a:alphaModFix amt="36000"/>
            <a:extLst/>
          </a:blip>
          <a:stretch>
            <a:fillRect/>
          </a:stretch>
        </p:blipFill>
        <p:spPr>
          <a:xfrm rot="10800000">
            <a:off x="7132338" y="3000188"/>
            <a:ext cx="2098726" cy="1720213"/>
          </a:xfrm>
          <a:prstGeom prst="rect">
            <a:avLst/>
          </a:prstGeom>
          <a:ln w="12700">
            <a:miter lim="400000"/>
          </a:ln>
        </p:spPr>
      </p:pic>
      <p:sp>
        <p:nvSpPr>
          <p:cNvPr id="1879" name="Google Shape;801;p100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80" name="Body Level One…"/>
          <p:cNvSpPr txBox="1"/>
          <p:nvPr>
            <p:ph type="body" sz="quarter" idx="1"/>
          </p:nvPr>
        </p:nvSpPr>
        <p:spPr>
          <a:xfrm>
            <a:off x="1121499" y="3871450"/>
            <a:ext cx="3496202" cy="502201"/>
          </a:xfrm>
          <a:prstGeom prst="rect">
            <a:avLst/>
          </a:prstGeom>
        </p:spPr>
        <p:txBody>
          <a:bodyPr anchor="ctr"/>
          <a:lstStyle>
            <a:lvl1pPr indent="-304800">
              <a:lnSpc>
                <a:spcPct val="100000"/>
              </a:lnSpc>
              <a:buClr>
                <a:srgbClr val="191919"/>
              </a:buClr>
              <a:buSzPts val="1200"/>
              <a:defRPr sz="1200"/>
            </a:lvl1pPr>
            <a:lvl2pPr marL="869042" indent="-272142">
              <a:lnSpc>
                <a:spcPct val="100000"/>
              </a:lnSpc>
              <a:buClr>
                <a:srgbClr val="191919"/>
              </a:buClr>
              <a:buSzPts val="1200"/>
              <a:defRPr sz="1200"/>
            </a:lvl2pPr>
            <a:lvl3pPr marL="1371600" indent="-304800">
              <a:lnSpc>
                <a:spcPct val="100000"/>
              </a:lnSpc>
              <a:buClr>
                <a:srgbClr val="191919"/>
              </a:buClr>
              <a:buSzPts val="1200"/>
              <a:defRPr sz="1200"/>
            </a:lvl3pPr>
            <a:lvl4pPr marL="1887220" indent="-350520">
              <a:lnSpc>
                <a:spcPct val="100000"/>
              </a:lnSpc>
              <a:buClr>
                <a:srgbClr val="191919"/>
              </a:buClr>
              <a:buSzPts val="1200"/>
              <a:defRPr sz="1200"/>
            </a:lvl4pPr>
            <a:lvl5pPr marL="2344420" indent="-350520">
              <a:lnSpc>
                <a:spcPct val="100000"/>
              </a:lnSpc>
              <a:buClr>
                <a:srgbClr val="191919"/>
              </a:buClr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81" name="Google Shape;803;p100"/>
          <p:cNvSpPr/>
          <p:nvPr/>
        </p:nvSpPr>
        <p:spPr>
          <a:xfrm>
            <a:off x="-291500" y="0"/>
            <a:ext cx="267301" cy="2038500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82" name="Google Shape;804;p100"/>
          <p:cNvSpPr/>
          <p:nvPr/>
        </p:nvSpPr>
        <p:spPr>
          <a:xfrm>
            <a:off x="9163049" y="3000200"/>
            <a:ext cx="267302" cy="20385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8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6_1_1_1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89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9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89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89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896" name="Title Text"/>
          <p:cNvSpPr txBox="1"/>
          <p:nvPr>
            <p:ph type="title"/>
          </p:nvPr>
        </p:nvSpPr>
        <p:spPr>
          <a:xfrm>
            <a:off x="1124724" y="892299"/>
            <a:ext cx="6972601" cy="3481501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pic>
        <p:nvPicPr>
          <p:cNvPr id="1897" name="quotations-gray3@4x.pngGoogle Shape;807;p101" descr="quotations-gray3@4x.pngGoogle Shape;807;p101"/>
          <p:cNvPicPr>
            <a:picLocks noChangeAspect="1"/>
          </p:cNvPicPr>
          <p:nvPr/>
        </p:nvPicPr>
        <p:blipFill>
          <a:blip r:embed="rId3">
            <a:alphaModFix amt="14000"/>
            <a:extLst/>
          </a:blip>
          <a:stretch>
            <a:fillRect/>
          </a:stretch>
        </p:blipFill>
        <p:spPr>
          <a:xfrm>
            <a:off x="-208113" y="207688"/>
            <a:ext cx="2098726" cy="172021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98" name="quotations-gray3@4x.pngGoogle Shape;808;p101" descr="quotations-gray3@4x.pngGoogle Shape;808;p101"/>
          <p:cNvPicPr>
            <a:picLocks noChangeAspect="1"/>
          </p:cNvPicPr>
          <p:nvPr/>
        </p:nvPicPr>
        <p:blipFill>
          <a:blip r:embed="rId3">
            <a:alphaModFix amt="14000"/>
            <a:extLst/>
          </a:blip>
          <a:stretch>
            <a:fillRect/>
          </a:stretch>
        </p:blipFill>
        <p:spPr>
          <a:xfrm rot="10800000">
            <a:off x="7132338" y="3000188"/>
            <a:ext cx="2098726" cy="1720213"/>
          </a:xfrm>
          <a:prstGeom prst="rect">
            <a:avLst/>
          </a:prstGeom>
          <a:ln w="12700">
            <a:miter lim="400000"/>
          </a:ln>
        </p:spPr>
      </p:pic>
      <p:sp>
        <p:nvSpPr>
          <p:cNvPr id="1899" name="Body Level One…"/>
          <p:cNvSpPr txBox="1"/>
          <p:nvPr>
            <p:ph type="body" sz="quarter" idx="1"/>
          </p:nvPr>
        </p:nvSpPr>
        <p:spPr>
          <a:xfrm>
            <a:off x="1121499" y="3871450"/>
            <a:ext cx="3496202" cy="502201"/>
          </a:xfrm>
          <a:prstGeom prst="rect">
            <a:avLst/>
          </a:prstGeom>
        </p:spPr>
        <p:txBody>
          <a:bodyPr anchor="ctr"/>
          <a:lstStyle>
            <a:lvl1pPr indent="-30480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1pPr>
            <a:lvl2pPr marL="869042" indent="-272142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2pPr>
            <a:lvl3pPr marL="1371600" indent="-30480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3pPr>
            <a:lvl4pPr marL="1887220" indent="-35052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4pPr>
            <a:lvl5pPr marL="2344420" indent="-35052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00" name="Google Shape;810;p101"/>
          <p:cNvSpPr/>
          <p:nvPr/>
        </p:nvSpPr>
        <p:spPr>
          <a:xfrm>
            <a:off x="-291500" y="0"/>
            <a:ext cx="267301" cy="2038500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01" name="Google Shape;811;p101"/>
          <p:cNvSpPr/>
          <p:nvPr/>
        </p:nvSpPr>
        <p:spPr>
          <a:xfrm>
            <a:off x="9163049" y="3000200"/>
            <a:ext cx="267302" cy="20385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0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6_1_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910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11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912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913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914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915" name="Title Text"/>
          <p:cNvSpPr txBox="1"/>
          <p:nvPr>
            <p:ph type="title"/>
          </p:nvPr>
        </p:nvSpPr>
        <p:spPr>
          <a:xfrm>
            <a:off x="1124724" y="892299"/>
            <a:ext cx="6972601" cy="3481201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pic>
        <p:nvPicPr>
          <p:cNvPr id="1916" name="quotations-gray3@4x.pngGoogle Shape;814;p102" descr="quotations-gray3@4x.pngGoogle Shape;814;p102"/>
          <p:cNvPicPr>
            <a:picLocks noChangeAspect="1"/>
          </p:cNvPicPr>
          <p:nvPr/>
        </p:nvPicPr>
        <p:blipFill>
          <a:blip r:embed="rId3">
            <a:alphaModFix amt="20000"/>
            <a:extLst/>
          </a:blip>
          <a:stretch>
            <a:fillRect/>
          </a:stretch>
        </p:blipFill>
        <p:spPr>
          <a:xfrm>
            <a:off x="-208113" y="207688"/>
            <a:ext cx="2098726" cy="172021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7" name="quotations-gray3@4x.pngGoogle Shape;815;p102" descr="quotations-gray3@4x.pngGoogle Shape;815;p102"/>
          <p:cNvPicPr>
            <a:picLocks noChangeAspect="1"/>
          </p:cNvPicPr>
          <p:nvPr/>
        </p:nvPicPr>
        <p:blipFill>
          <a:blip r:embed="rId3">
            <a:alphaModFix amt="20000"/>
            <a:extLst/>
          </a:blip>
          <a:stretch>
            <a:fillRect/>
          </a:stretch>
        </p:blipFill>
        <p:spPr>
          <a:xfrm rot="10800000">
            <a:off x="7132338" y="3000188"/>
            <a:ext cx="2098726" cy="1720213"/>
          </a:xfrm>
          <a:prstGeom prst="rect">
            <a:avLst/>
          </a:prstGeom>
          <a:ln w="12700">
            <a:miter lim="400000"/>
          </a:ln>
        </p:spPr>
      </p:pic>
      <p:sp>
        <p:nvSpPr>
          <p:cNvPr id="1918" name="Google Shape;816;p102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19" name="Body Level One…"/>
          <p:cNvSpPr txBox="1"/>
          <p:nvPr>
            <p:ph type="body" sz="quarter" idx="1"/>
          </p:nvPr>
        </p:nvSpPr>
        <p:spPr>
          <a:xfrm>
            <a:off x="1121499" y="3871450"/>
            <a:ext cx="3496202" cy="502201"/>
          </a:xfrm>
          <a:prstGeom prst="rect">
            <a:avLst/>
          </a:prstGeom>
        </p:spPr>
        <p:txBody>
          <a:bodyPr anchor="ctr"/>
          <a:lstStyle>
            <a:lvl1pPr indent="-30480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1pPr>
            <a:lvl2pPr marL="869042" indent="-272142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2pPr>
            <a:lvl3pPr marL="1371600" indent="-30480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3pPr>
            <a:lvl4pPr marL="1887220" indent="-35052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4pPr>
            <a:lvl5pPr marL="2344420" indent="-35052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20" name="Google Shape;818;p102"/>
          <p:cNvSpPr/>
          <p:nvPr/>
        </p:nvSpPr>
        <p:spPr>
          <a:xfrm>
            <a:off x="-291500" y="0"/>
            <a:ext cx="267301" cy="2038500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21" name="Google Shape;819;p102"/>
          <p:cNvSpPr/>
          <p:nvPr/>
        </p:nvSpPr>
        <p:spPr>
          <a:xfrm>
            <a:off x="9163049" y="3000200"/>
            <a:ext cx="267302" cy="20385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6_1_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9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930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31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932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933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934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935" name="251117 YIR Spotify Wrapped_Network - Light_FINAL.pngGoogle Shape;821;p103" descr="251117 YIR Spotify Wrapped_Network - Light_FINAL.pngGoogle Shape;821;p103"/>
          <p:cNvPicPr>
            <a:picLocks noChangeAspect="1"/>
          </p:cNvPicPr>
          <p:nvPr/>
        </p:nvPicPr>
        <p:blipFill>
          <a:blip r:embed="rId3">
            <a:extLst/>
          </a:blip>
          <a:srcRect l="9" t="0" r="19" b="0"/>
          <a:stretch>
            <a:fillRect/>
          </a:stretch>
        </p:blipFill>
        <p:spPr>
          <a:xfrm>
            <a:off x="-1" y="-1725"/>
            <a:ext cx="9144005" cy="5146950"/>
          </a:xfrm>
          <a:prstGeom prst="rect">
            <a:avLst/>
          </a:prstGeom>
          <a:ln w="12700">
            <a:miter lim="400000"/>
          </a:ln>
        </p:spPr>
      </p:pic>
      <p:sp>
        <p:nvSpPr>
          <p:cNvPr id="1936" name="Title Text"/>
          <p:cNvSpPr txBox="1"/>
          <p:nvPr>
            <p:ph type="title"/>
          </p:nvPr>
        </p:nvSpPr>
        <p:spPr>
          <a:xfrm>
            <a:off x="1124724" y="892299"/>
            <a:ext cx="6906302" cy="3481201"/>
          </a:xfrm>
          <a:prstGeom prst="rect">
            <a:avLst/>
          </a:prstGeom>
        </p:spPr>
        <p:txBody>
          <a:bodyPr anchor="ctr"/>
          <a:lstStyle>
            <a:lvl1pPr>
              <a:defRPr sz="3600"/>
            </a:lvl1pPr>
          </a:lstStyle>
          <a:p>
            <a:pPr/>
            <a:r>
              <a:t>Title Text</a:t>
            </a:r>
          </a:p>
        </p:txBody>
      </p:sp>
      <p:sp>
        <p:nvSpPr>
          <p:cNvPr id="1937" name="Google Shape;823;p103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3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6_1_1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94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4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94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94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95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951" name="251117 YIR Spotify Wrapped_Network - Light_FINAL.pngGoogle Shape;825;p104" descr="251117 YIR Spotify Wrapped_Network - Light_FINAL.pngGoogle Shape;825;p104"/>
          <p:cNvPicPr>
            <a:picLocks noChangeAspect="1"/>
          </p:cNvPicPr>
          <p:nvPr/>
        </p:nvPicPr>
        <p:blipFill>
          <a:blip r:embed="rId3">
            <a:alphaModFix amt="40000"/>
            <a:extLst/>
          </a:blip>
          <a:srcRect l="9" t="0" r="19" b="0"/>
          <a:stretch>
            <a:fillRect/>
          </a:stretch>
        </p:blipFill>
        <p:spPr>
          <a:xfrm>
            <a:off x="-1" y="-1725"/>
            <a:ext cx="9144005" cy="5146950"/>
          </a:xfrm>
          <a:prstGeom prst="rect">
            <a:avLst/>
          </a:prstGeom>
          <a:ln w="12700">
            <a:miter lim="400000"/>
          </a:ln>
        </p:spPr>
      </p:pic>
      <p:sp>
        <p:nvSpPr>
          <p:cNvPr id="1952" name="Title Text"/>
          <p:cNvSpPr txBox="1"/>
          <p:nvPr>
            <p:ph type="title"/>
          </p:nvPr>
        </p:nvSpPr>
        <p:spPr>
          <a:xfrm>
            <a:off x="1124724" y="892299"/>
            <a:ext cx="6906302" cy="3481501"/>
          </a:xfrm>
          <a:prstGeom prst="rect">
            <a:avLst/>
          </a:prstGeom>
        </p:spPr>
        <p:txBody>
          <a:bodyPr anchor="ctr"/>
          <a:lstStyle>
            <a:lvl1pPr>
              <a:defRPr sz="3600"/>
            </a:lvl1pPr>
          </a:lstStyle>
          <a:p>
            <a:pPr/>
            <a:r>
              <a:t>Title Text</a:t>
            </a:r>
          </a:p>
        </p:txBody>
      </p:sp>
      <p:sp>
        <p:nvSpPr>
          <p:cNvPr id="1953" name="Google Shape;827;p104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54" name="Body Level One…"/>
          <p:cNvSpPr txBox="1"/>
          <p:nvPr>
            <p:ph type="body" sz="quarter" idx="1"/>
          </p:nvPr>
        </p:nvSpPr>
        <p:spPr>
          <a:xfrm>
            <a:off x="1121499" y="3871450"/>
            <a:ext cx="3496202" cy="502201"/>
          </a:xfrm>
          <a:prstGeom prst="rect">
            <a:avLst/>
          </a:prstGeom>
        </p:spPr>
        <p:txBody>
          <a:bodyPr anchor="ctr"/>
          <a:lstStyle>
            <a:lvl1pPr indent="-304800">
              <a:lnSpc>
                <a:spcPct val="100000"/>
              </a:lnSpc>
              <a:buClr>
                <a:srgbClr val="191919"/>
              </a:buClr>
              <a:buSzPts val="1200"/>
              <a:defRPr sz="1200"/>
            </a:lvl1pPr>
            <a:lvl2pPr marL="869042" indent="-272142">
              <a:lnSpc>
                <a:spcPct val="100000"/>
              </a:lnSpc>
              <a:buClr>
                <a:srgbClr val="191919"/>
              </a:buClr>
              <a:buSzPts val="1200"/>
              <a:defRPr sz="1200"/>
            </a:lvl2pPr>
            <a:lvl3pPr marL="1371600" indent="-304800">
              <a:lnSpc>
                <a:spcPct val="100000"/>
              </a:lnSpc>
              <a:buClr>
                <a:srgbClr val="191919"/>
              </a:buClr>
              <a:buSzPts val="1200"/>
              <a:defRPr sz="1200"/>
            </a:lvl3pPr>
            <a:lvl4pPr marL="1887220" indent="-350520">
              <a:lnSpc>
                <a:spcPct val="100000"/>
              </a:lnSpc>
              <a:buClr>
                <a:srgbClr val="191919"/>
              </a:buClr>
              <a:buSzPts val="1200"/>
              <a:defRPr sz="1200"/>
            </a:lvl4pPr>
            <a:lvl5pPr marL="2344420" indent="-350520">
              <a:lnSpc>
                <a:spcPct val="100000"/>
              </a:lnSpc>
              <a:buClr>
                <a:srgbClr val="191919"/>
              </a:buClr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5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6_1_1_1_1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96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6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96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96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96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968" name="Title Text"/>
          <p:cNvSpPr txBox="1"/>
          <p:nvPr>
            <p:ph type="title"/>
          </p:nvPr>
        </p:nvSpPr>
        <p:spPr>
          <a:xfrm>
            <a:off x="1124724" y="320049"/>
            <a:ext cx="6906302" cy="4530902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pic>
        <p:nvPicPr>
          <p:cNvPr id="1969" name="251117 YIR Spotify Wrapped_Network - Light_FINAL.pngGoogle Shape;831;p105" descr="251117 YIR Spotify Wrapped_Network - Light_FINAL.pngGoogle Shape;831;p105"/>
          <p:cNvPicPr>
            <a:picLocks noChangeAspect="1"/>
          </p:cNvPicPr>
          <p:nvPr/>
        </p:nvPicPr>
        <p:blipFill>
          <a:blip r:embed="rId3">
            <a:alphaModFix amt="30000"/>
            <a:extLst/>
          </a:blip>
          <a:srcRect l="9" t="0" r="19" b="0"/>
          <a:stretch>
            <a:fillRect/>
          </a:stretch>
        </p:blipFill>
        <p:spPr>
          <a:xfrm>
            <a:off x="-1" y="-1725"/>
            <a:ext cx="9144005" cy="5146950"/>
          </a:xfrm>
          <a:prstGeom prst="rect">
            <a:avLst/>
          </a:prstGeom>
          <a:ln w="12700">
            <a:miter lim="400000"/>
          </a:ln>
        </p:spPr>
      </p:pic>
      <p:sp>
        <p:nvSpPr>
          <p:cNvPr id="1970" name="Body Level One…"/>
          <p:cNvSpPr txBox="1"/>
          <p:nvPr>
            <p:ph type="body" sz="quarter" idx="1"/>
          </p:nvPr>
        </p:nvSpPr>
        <p:spPr>
          <a:xfrm>
            <a:off x="1121499" y="3871450"/>
            <a:ext cx="3496202" cy="502201"/>
          </a:xfrm>
          <a:prstGeom prst="rect">
            <a:avLst/>
          </a:prstGeom>
        </p:spPr>
        <p:txBody>
          <a:bodyPr anchor="ctr"/>
          <a:lstStyle>
            <a:lvl1pPr indent="-30480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1pPr>
            <a:lvl2pPr marL="869042" indent="-272142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2pPr>
            <a:lvl3pPr marL="1371600" indent="-30480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3pPr>
            <a:lvl4pPr marL="1887220" indent="-35052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4pPr>
            <a:lvl5pPr marL="2344420" indent="-350520">
              <a:lnSpc>
                <a:spcPct val="100000"/>
              </a:lnSpc>
              <a:buClr>
                <a:srgbClr val="FFFFFF"/>
              </a:buClr>
              <a:buSzPts val="1200"/>
              <a:defRPr sz="12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7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6_1_2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979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80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981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982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983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1984" name="Google Shape;834;p106" descr="Google Shape;834;p106"/>
          <p:cNvPicPr>
            <a:picLocks noChangeAspect="1"/>
          </p:cNvPicPr>
          <p:nvPr/>
        </p:nvPicPr>
        <p:blipFill>
          <a:blip r:embed="rId3">
            <a:extLst/>
          </a:blip>
          <a:srcRect l="9" t="0" r="19" b="0"/>
          <a:stretch>
            <a:fillRect/>
          </a:stretch>
        </p:blipFill>
        <p:spPr>
          <a:xfrm>
            <a:off x="-1" y="-1725"/>
            <a:ext cx="9144005" cy="5146950"/>
          </a:xfrm>
          <a:prstGeom prst="rect">
            <a:avLst/>
          </a:prstGeom>
          <a:ln w="12700">
            <a:miter lim="400000"/>
          </a:ln>
        </p:spPr>
      </p:pic>
      <p:sp>
        <p:nvSpPr>
          <p:cNvPr id="1985" name="Title Text"/>
          <p:cNvSpPr txBox="1"/>
          <p:nvPr>
            <p:ph type="title"/>
          </p:nvPr>
        </p:nvSpPr>
        <p:spPr>
          <a:xfrm>
            <a:off x="1124724" y="320049"/>
            <a:ext cx="6906302" cy="4530902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986" name="Google Shape;836;p106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87" name="Body Level One…"/>
          <p:cNvSpPr txBox="1"/>
          <p:nvPr>
            <p:ph type="body" sz="quarter" idx="1"/>
          </p:nvPr>
        </p:nvSpPr>
        <p:spPr>
          <a:xfrm>
            <a:off x="1121499" y="3871450"/>
            <a:ext cx="3496202" cy="502201"/>
          </a:xfrm>
          <a:prstGeom prst="rect">
            <a:avLst/>
          </a:prstGeom>
        </p:spPr>
        <p:txBody>
          <a:bodyPr anchor="ctr"/>
          <a:lstStyle>
            <a:lvl1pPr indent="-304800">
              <a:lnSpc>
                <a:spcPct val="100000"/>
              </a:lnSpc>
              <a:buClr>
                <a:srgbClr val="FAFAFA"/>
              </a:buClr>
              <a:buSzPts val="1200"/>
              <a:defRPr sz="1200">
                <a:solidFill>
                  <a:srgbClr val="FAFAFA"/>
                </a:solidFill>
              </a:defRPr>
            </a:lvl1pPr>
            <a:lvl2pPr marL="869042" indent="-272142">
              <a:lnSpc>
                <a:spcPct val="100000"/>
              </a:lnSpc>
              <a:buClr>
                <a:srgbClr val="FAFAFA"/>
              </a:buClr>
              <a:buSzPts val="1200"/>
              <a:defRPr sz="1200">
                <a:solidFill>
                  <a:srgbClr val="FAFAFA"/>
                </a:solidFill>
              </a:defRPr>
            </a:lvl2pPr>
            <a:lvl3pPr marL="1371600" indent="-304800">
              <a:lnSpc>
                <a:spcPct val="100000"/>
              </a:lnSpc>
              <a:buClr>
                <a:srgbClr val="FAFAFA"/>
              </a:buClr>
              <a:buSzPts val="1200"/>
              <a:defRPr sz="1200">
                <a:solidFill>
                  <a:srgbClr val="FAFAFA"/>
                </a:solidFill>
              </a:defRPr>
            </a:lvl3pPr>
            <a:lvl4pPr marL="1887220" indent="-350520">
              <a:lnSpc>
                <a:spcPct val="100000"/>
              </a:lnSpc>
              <a:buClr>
                <a:srgbClr val="FAFAFA"/>
              </a:buClr>
              <a:buSzPts val="1200"/>
              <a:defRPr sz="1200">
                <a:solidFill>
                  <a:srgbClr val="FAFAFA"/>
                </a:solidFill>
              </a:defRPr>
            </a:lvl4pPr>
            <a:lvl5pPr marL="2344420" indent="-350520">
              <a:lnSpc>
                <a:spcPct val="100000"/>
              </a:lnSpc>
              <a:buClr>
                <a:srgbClr val="FAFAFA"/>
              </a:buClr>
              <a:buSzPts val="1200"/>
              <a:defRPr sz="1200">
                <a:solidFill>
                  <a:srgbClr val="FAFAFA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8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1_1_1_1_1_1_1_1_1_3_1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199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9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199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199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0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01" name="Google Shape;839;p107"/>
          <p:cNvSpPr txBox="1"/>
          <p:nvPr/>
        </p:nvSpPr>
        <p:spPr>
          <a:xfrm>
            <a:off x="2577574" y="2065907"/>
            <a:ext cx="6228002" cy="10114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0000"/>
              </a:lnSpc>
              <a:defRPr b="1" sz="7200">
                <a:solidFill>
                  <a:srgbClr val="FFFFFF"/>
                </a:solidFill>
              </a:defRPr>
            </a:lvl1pPr>
          </a:lstStyle>
          <a:p>
            <a:pPr/>
            <a:r>
              <a:t>Photos only</a:t>
            </a:r>
          </a:p>
        </p:txBody>
      </p:sp>
      <p:sp>
        <p:nvSpPr>
          <p:cNvPr id="2002" name="Google Shape;840;p107"/>
          <p:cNvSpPr/>
          <p:nvPr/>
        </p:nvSpPr>
        <p:spPr>
          <a:xfrm>
            <a:off x="-1" y="0"/>
            <a:ext cx="2168402" cy="5143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4035" y="0"/>
                </a:lnTo>
                <a:lnTo>
                  <a:pt x="14035" y="9662"/>
                </a:lnTo>
                <a:lnTo>
                  <a:pt x="16200" y="9662"/>
                </a:lnTo>
                <a:lnTo>
                  <a:pt x="16200" y="8523"/>
                </a:lnTo>
                <a:lnTo>
                  <a:pt x="21600" y="10800"/>
                </a:lnTo>
                <a:lnTo>
                  <a:pt x="16200" y="13077"/>
                </a:lnTo>
                <a:lnTo>
                  <a:pt x="16200" y="11938"/>
                </a:lnTo>
                <a:lnTo>
                  <a:pt x="14035" y="11938"/>
                </a:lnTo>
                <a:lnTo>
                  <a:pt x="14035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0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011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12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013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014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15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16" name="Google Shape;842;p108"/>
          <p:cNvSpPr/>
          <p:nvPr>
            <p:ph type="pic" idx="21"/>
          </p:nvPr>
        </p:nvSpPr>
        <p:spPr>
          <a:xfrm>
            <a:off x="-29301" y="-30901"/>
            <a:ext cx="9182401" cy="51651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17" name="Google Shape;843;p108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1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02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2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02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02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3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31" name="Google Shape;845;p109"/>
          <p:cNvSpPr/>
          <p:nvPr>
            <p:ph type="pic" sz="quarter" idx="21"/>
          </p:nvPr>
        </p:nvSpPr>
        <p:spPr>
          <a:xfrm>
            <a:off x="63" y="12"/>
            <a:ext cx="2202601" cy="25152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32" name="Google Shape;846;p109"/>
          <p:cNvSpPr/>
          <p:nvPr>
            <p:ph type="pic" sz="quarter" idx="22"/>
          </p:nvPr>
        </p:nvSpPr>
        <p:spPr>
          <a:xfrm>
            <a:off x="63" y="2617758"/>
            <a:ext cx="2202601" cy="2525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33" name="Google Shape;847;p109"/>
          <p:cNvSpPr/>
          <p:nvPr>
            <p:ph type="pic" sz="quarter" idx="23"/>
          </p:nvPr>
        </p:nvSpPr>
        <p:spPr>
          <a:xfrm>
            <a:off x="2313818" y="12"/>
            <a:ext cx="2202601" cy="25152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34" name="Google Shape;848;p109"/>
          <p:cNvSpPr/>
          <p:nvPr>
            <p:ph type="pic" sz="quarter" idx="24"/>
          </p:nvPr>
        </p:nvSpPr>
        <p:spPr>
          <a:xfrm>
            <a:off x="2313818" y="2617758"/>
            <a:ext cx="2202601" cy="2525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35" name="Google Shape;849;p109"/>
          <p:cNvSpPr/>
          <p:nvPr>
            <p:ph type="pic" sz="quarter" idx="25"/>
          </p:nvPr>
        </p:nvSpPr>
        <p:spPr>
          <a:xfrm>
            <a:off x="4627572" y="12"/>
            <a:ext cx="2202602" cy="25152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36" name="Google Shape;850;p109"/>
          <p:cNvSpPr/>
          <p:nvPr>
            <p:ph type="pic" sz="quarter" idx="26"/>
          </p:nvPr>
        </p:nvSpPr>
        <p:spPr>
          <a:xfrm>
            <a:off x="4627572" y="2617758"/>
            <a:ext cx="2202602" cy="2525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37" name="Google Shape;851;p109"/>
          <p:cNvSpPr/>
          <p:nvPr>
            <p:ph type="pic" sz="quarter" idx="27"/>
          </p:nvPr>
        </p:nvSpPr>
        <p:spPr>
          <a:xfrm>
            <a:off x="6941328" y="12"/>
            <a:ext cx="2202601" cy="25152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38" name="Google Shape;852;p109"/>
          <p:cNvSpPr/>
          <p:nvPr>
            <p:ph type="pic" sz="quarter" idx="28"/>
          </p:nvPr>
        </p:nvSpPr>
        <p:spPr>
          <a:xfrm>
            <a:off x="6941328" y="2617758"/>
            <a:ext cx="2202601" cy="2525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39" name="Google Shape;853;p109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2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7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048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49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050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051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52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53" name="Google Shape;855;p110"/>
          <p:cNvSpPr/>
          <p:nvPr>
            <p:ph type="pic" sz="quarter" idx="21"/>
          </p:nvPr>
        </p:nvSpPr>
        <p:spPr>
          <a:xfrm>
            <a:off x="-10414" y="2135"/>
            <a:ext cx="2623800" cy="167580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54" name="Google Shape;856;p110"/>
          <p:cNvSpPr/>
          <p:nvPr>
            <p:ph type="pic" sz="quarter" idx="22"/>
          </p:nvPr>
        </p:nvSpPr>
        <p:spPr>
          <a:xfrm>
            <a:off x="-10426" y="1746100"/>
            <a:ext cx="2623801" cy="339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55" name="Google Shape;857;p110"/>
          <p:cNvSpPr/>
          <p:nvPr>
            <p:ph type="pic" sz="quarter" idx="23"/>
          </p:nvPr>
        </p:nvSpPr>
        <p:spPr>
          <a:xfrm>
            <a:off x="2682550" y="1458074"/>
            <a:ext cx="3327601" cy="16758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56" name="Google Shape;858;p110"/>
          <p:cNvSpPr/>
          <p:nvPr>
            <p:ph type="pic" sz="quarter" idx="24"/>
          </p:nvPr>
        </p:nvSpPr>
        <p:spPr>
          <a:xfrm>
            <a:off x="2682544" y="2135"/>
            <a:ext cx="1749301" cy="139320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57" name="Google Shape;859;p110"/>
          <p:cNvSpPr/>
          <p:nvPr>
            <p:ph type="pic" sz="quarter" idx="25"/>
          </p:nvPr>
        </p:nvSpPr>
        <p:spPr>
          <a:xfrm>
            <a:off x="4490587" y="2135"/>
            <a:ext cx="1519501" cy="139320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58" name="Google Shape;860;p110"/>
          <p:cNvSpPr/>
          <p:nvPr>
            <p:ph type="pic" sz="quarter" idx="26"/>
          </p:nvPr>
        </p:nvSpPr>
        <p:spPr>
          <a:xfrm>
            <a:off x="6068831" y="2135"/>
            <a:ext cx="1560601" cy="31317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59" name="Google Shape;861;p110"/>
          <p:cNvSpPr/>
          <p:nvPr>
            <p:ph type="pic" sz="quarter" idx="27"/>
          </p:nvPr>
        </p:nvSpPr>
        <p:spPr>
          <a:xfrm>
            <a:off x="7688174" y="2135"/>
            <a:ext cx="1455901" cy="31317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60" name="Google Shape;862;p110"/>
          <p:cNvSpPr/>
          <p:nvPr>
            <p:ph type="pic" sz="half" idx="28"/>
          </p:nvPr>
        </p:nvSpPr>
        <p:spPr>
          <a:xfrm>
            <a:off x="2682550" y="3186300"/>
            <a:ext cx="6461401" cy="19572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61" name="Google Shape;863;p110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2_1_1_1_1_1_1_1_1_1_3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9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070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71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072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073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74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75" name="Google Shape;865;p111"/>
          <p:cNvSpPr txBox="1"/>
          <p:nvPr/>
        </p:nvSpPr>
        <p:spPr>
          <a:xfrm>
            <a:off x="2577575" y="1596031"/>
            <a:ext cx="6566401" cy="1951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90000"/>
              </a:lnSpc>
              <a:defRPr b="1" sz="7200">
                <a:solidFill>
                  <a:srgbClr val="FFFFFF"/>
                </a:solidFill>
              </a:defRPr>
            </a:pPr>
            <a:r>
              <a:t>Brand</a:t>
            </a:r>
            <a:r>
              <a:rPr sz="6200"/>
              <a:t> </a:t>
            </a:r>
            <a:r>
              <a:t>pattern backgrounds</a:t>
            </a:r>
          </a:p>
        </p:txBody>
      </p:sp>
      <p:sp>
        <p:nvSpPr>
          <p:cNvPr id="2076" name="Google Shape;866;p111"/>
          <p:cNvSpPr/>
          <p:nvPr/>
        </p:nvSpPr>
        <p:spPr>
          <a:xfrm>
            <a:off x="-1" y="0"/>
            <a:ext cx="2168402" cy="5143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4035" y="0"/>
                </a:lnTo>
                <a:lnTo>
                  <a:pt x="14035" y="9662"/>
                </a:lnTo>
                <a:lnTo>
                  <a:pt x="16200" y="9662"/>
                </a:lnTo>
                <a:lnTo>
                  <a:pt x="16200" y="8523"/>
                </a:lnTo>
                <a:lnTo>
                  <a:pt x="21600" y="10800"/>
                </a:lnTo>
                <a:lnTo>
                  <a:pt x="16200" y="13077"/>
                </a:lnTo>
                <a:lnTo>
                  <a:pt x="16200" y="11938"/>
                </a:lnTo>
                <a:lnTo>
                  <a:pt x="14035" y="11938"/>
                </a:lnTo>
                <a:lnTo>
                  <a:pt x="14035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191919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77" name="Google Shape;867;p111"/>
          <p:cNvSpPr/>
          <p:nvPr/>
        </p:nvSpPr>
        <p:spPr>
          <a:xfrm>
            <a:off x="-387976" y="41665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7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1_1_1_1_1_1_1_1_1_1_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08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8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08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08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9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091" name="251117 YIR Spotify Wrapped_Topo - Full page - Light_FINAL.pngGoogle Shape;869;p112" descr="251117 YIR Spotify Wrapped_Topo - Full page - Light_FINAL.pngGoogle Shape;869;p112"/>
          <p:cNvPicPr>
            <a:picLocks noChangeAspect="1"/>
          </p:cNvPicPr>
          <p:nvPr/>
        </p:nvPicPr>
        <p:blipFill>
          <a:blip r:embed="rId3">
            <a:extLst/>
          </a:blip>
          <a:srcRect l="19" t="0" r="28" b="0"/>
          <a:stretch>
            <a:fillRect/>
          </a:stretch>
        </p:blipFill>
        <p:spPr>
          <a:xfrm>
            <a:off x="0" y="-2226"/>
            <a:ext cx="9144004" cy="5147950"/>
          </a:xfrm>
          <a:prstGeom prst="rect">
            <a:avLst/>
          </a:prstGeom>
          <a:ln w="12700">
            <a:miter lim="400000"/>
          </a:ln>
        </p:spPr>
      </p:pic>
      <p:sp>
        <p:nvSpPr>
          <p:cNvPr id="2092" name="Google Shape;870;p112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093" name="Google Shape;871;p112" descr="Google Shape;871;p112"/>
          <p:cNvPicPr>
            <a:picLocks noChangeAspect="1"/>
          </p:cNvPicPr>
          <p:nvPr/>
        </p:nvPicPr>
        <p:blipFill>
          <a:blip r:embed="rId4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209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1_1_1_2_1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1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102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03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104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105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106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107" name="Google Shape;873;p113" descr="Google Shape;873;p113"/>
          <p:cNvPicPr>
            <a:picLocks noChangeAspect="1"/>
          </p:cNvPicPr>
          <p:nvPr/>
        </p:nvPicPr>
        <p:blipFill>
          <a:blip r:embed="rId3">
            <a:extLst/>
          </a:blip>
          <a:srcRect l="39" t="0" r="49" b="0"/>
          <a:stretch>
            <a:fillRect/>
          </a:stretch>
        </p:blipFill>
        <p:spPr>
          <a:xfrm>
            <a:off x="0" y="-5588"/>
            <a:ext cx="9144004" cy="5150129"/>
          </a:xfrm>
          <a:prstGeom prst="rect">
            <a:avLst/>
          </a:prstGeom>
          <a:ln w="12700">
            <a:miter lim="400000"/>
          </a:ln>
        </p:spPr>
      </p:pic>
      <p:sp>
        <p:nvSpPr>
          <p:cNvPr id="2108" name="Google Shape;874;p113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109" name="Google Shape;875;p113" descr="Google Shape;875;p113"/>
          <p:cNvPicPr>
            <a:picLocks noChangeAspect="1"/>
          </p:cNvPicPr>
          <p:nvPr/>
        </p:nvPicPr>
        <p:blipFill>
          <a:blip r:embed="rId4">
            <a:extLst/>
          </a:blip>
          <a:srcRect l="7060" t="13180" r="5884" b="8919"/>
          <a:stretch>
            <a:fillRect/>
          </a:stretch>
        </p:blipFill>
        <p:spPr>
          <a:xfrm>
            <a:off x="8146074" y="4529399"/>
            <a:ext cx="769575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211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1_1_1_1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7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118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19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120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121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122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123" name="251117 YIR Spotify Wrapped_MorseCode - Full page - Light_FINAL.pngGoogle Shape;877;p114" descr="251117 YIR Spotify Wrapped_MorseCode - Full page - Light_FINAL.pngGoogle Shape;877;p114"/>
          <p:cNvPicPr>
            <a:picLocks noChangeAspect="1"/>
          </p:cNvPicPr>
          <p:nvPr/>
        </p:nvPicPr>
        <p:blipFill>
          <a:blip r:embed="rId3">
            <a:extLst/>
          </a:blip>
          <a:srcRect l="0" t="0" r="10" b="0"/>
          <a:stretch>
            <a:fillRect/>
          </a:stretch>
        </p:blipFill>
        <p:spPr>
          <a:xfrm>
            <a:off x="-1" y="-2226"/>
            <a:ext cx="9144005" cy="5145951"/>
          </a:xfrm>
          <a:prstGeom prst="rect">
            <a:avLst/>
          </a:prstGeom>
          <a:ln w="12700">
            <a:miter lim="400000"/>
          </a:ln>
        </p:spPr>
      </p:pic>
      <p:sp>
        <p:nvSpPr>
          <p:cNvPr id="2124" name="Google Shape;878;p114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125" name="Google Shape;879;p114" descr="Google Shape;879;p114"/>
          <p:cNvPicPr>
            <a:picLocks noChangeAspect="1"/>
          </p:cNvPicPr>
          <p:nvPr/>
        </p:nvPicPr>
        <p:blipFill>
          <a:blip r:embed="rId4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212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1_1_1_1_1_1_1_1_1_1_1_1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3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134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35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136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137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138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139" name="Google Shape;881;p115" descr="Google Shape;881;p115"/>
          <p:cNvPicPr>
            <a:picLocks noChangeAspect="1"/>
          </p:cNvPicPr>
          <p:nvPr/>
        </p:nvPicPr>
        <p:blipFill>
          <a:blip r:embed="rId3">
            <a:extLst/>
          </a:blip>
          <a:srcRect l="69" t="0" r="69" b="0"/>
          <a:stretch>
            <a:fillRect/>
          </a:stretch>
        </p:blipFill>
        <p:spPr>
          <a:xfrm>
            <a:off x="-1" y="-2226"/>
            <a:ext cx="9144005" cy="5148130"/>
          </a:xfrm>
          <a:prstGeom prst="rect">
            <a:avLst/>
          </a:prstGeom>
          <a:ln w="12700">
            <a:miter lim="400000"/>
          </a:ln>
        </p:spPr>
      </p:pic>
      <p:sp>
        <p:nvSpPr>
          <p:cNvPr id="2140" name="Google Shape;882;p115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141" name="Google Shape;883;p115" descr="Google Shape;883;p115"/>
          <p:cNvPicPr>
            <a:picLocks noChangeAspect="1"/>
          </p:cNvPicPr>
          <p:nvPr/>
        </p:nvPicPr>
        <p:blipFill>
          <a:blip r:embed="rId4">
            <a:extLst/>
          </a:blip>
          <a:srcRect l="7060" t="13180" r="5884" b="8919"/>
          <a:stretch>
            <a:fillRect/>
          </a:stretch>
        </p:blipFill>
        <p:spPr>
          <a:xfrm>
            <a:off x="8146074" y="4529399"/>
            <a:ext cx="769575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2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1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9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150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51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152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153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154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155" name="251117 YIR Spotify Wrapped_Network - Full page - Light_FINAL.pngGoogle Shape;885;p116" descr="251117 YIR Spotify Wrapped_Network - Full page - Light_FINAL.pngGoogle Shape;885;p116"/>
          <p:cNvPicPr>
            <a:picLocks noChangeAspect="1"/>
          </p:cNvPicPr>
          <p:nvPr/>
        </p:nvPicPr>
        <p:blipFill>
          <a:blip r:embed="rId3">
            <a:extLst/>
          </a:blip>
          <a:srcRect l="9" t="0" r="19" b="0"/>
          <a:stretch>
            <a:fillRect/>
          </a:stretch>
        </p:blipFill>
        <p:spPr>
          <a:xfrm>
            <a:off x="-1" y="-1725"/>
            <a:ext cx="9144005" cy="5146950"/>
          </a:xfrm>
          <a:prstGeom prst="rect">
            <a:avLst/>
          </a:prstGeom>
          <a:ln w="12700">
            <a:miter lim="400000"/>
          </a:ln>
        </p:spPr>
      </p:pic>
      <p:sp>
        <p:nvSpPr>
          <p:cNvPr id="2156" name="Google Shape;886;p116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157" name="Google Shape;887;p116" descr="Google Shape;887;p116"/>
          <p:cNvPicPr>
            <a:picLocks noChangeAspect="1"/>
          </p:cNvPicPr>
          <p:nvPr/>
        </p:nvPicPr>
        <p:blipFill>
          <a:blip r:embed="rId4">
            <a:extLst/>
          </a:blip>
          <a:srcRect l="0" t="0" r="57818" b="0"/>
          <a:stretch>
            <a:fillRect/>
          </a:stretch>
        </p:blipFill>
        <p:spPr>
          <a:xfrm>
            <a:off x="8082298" y="4458537"/>
            <a:ext cx="787451" cy="518126"/>
          </a:xfrm>
          <a:prstGeom prst="rect">
            <a:avLst/>
          </a:prstGeom>
          <a:ln w="12700">
            <a:miter lim="400000"/>
          </a:ln>
        </p:spPr>
      </p:pic>
      <p:sp>
        <p:nvSpPr>
          <p:cNvPr id="21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2_1_1_1_1_1_1_1_1_1_1_1_1_1_1_1_1_2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5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166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67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168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169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170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171" name="Google Shape;889;p117" descr="Google Shape;889;p117"/>
          <p:cNvPicPr>
            <a:picLocks noChangeAspect="1"/>
          </p:cNvPicPr>
          <p:nvPr/>
        </p:nvPicPr>
        <p:blipFill>
          <a:blip r:embed="rId3">
            <a:extLst/>
          </a:blip>
          <a:srcRect l="29" t="0" r="39" b="0"/>
          <a:stretch>
            <a:fillRect/>
          </a:stretch>
        </p:blipFill>
        <p:spPr>
          <a:xfrm>
            <a:off x="0" y="-2226"/>
            <a:ext cx="9144004" cy="5149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2172" name="Google Shape;890;p117" descr="Google Shape;890;p117"/>
          <p:cNvPicPr>
            <a:picLocks noChangeAspect="1"/>
          </p:cNvPicPr>
          <p:nvPr/>
        </p:nvPicPr>
        <p:blipFill>
          <a:blip r:embed="rId4">
            <a:extLst/>
          </a:blip>
          <a:srcRect l="7060" t="13180" r="5884" b="8919"/>
          <a:stretch>
            <a:fillRect/>
          </a:stretch>
        </p:blipFill>
        <p:spPr>
          <a:xfrm>
            <a:off x="8146074" y="4529399"/>
            <a:ext cx="769575" cy="400825"/>
          </a:xfrm>
          <a:prstGeom prst="rect">
            <a:avLst/>
          </a:prstGeom>
          <a:ln w="12700">
            <a:miter lim="400000"/>
          </a:ln>
        </p:spPr>
      </p:pic>
      <p:sp>
        <p:nvSpPr>
          <p:cNvPr id="2173" name="Google Shape;891;p117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182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83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184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185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186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187" name="251117 YIR Spotify Wrapped_Topo - Light_FINAL.pngGoogle Shape;893;p118" descr="251117 YIR Spotify Wrapped_Topo - Light_FINAL.pngGoogle Shape;893;p118"/>
          <p:cNvPicPr>
            <a:picLocks noChangeAspect="1"/>
          </p:cNvPicPr>
          <p:nvPr/>
        </p:nvPicPr>
        <p:blipFill>
          <a:blip r:embed="rId3">
            <a:extLst/>
          </a:blip>
          <a:srcRect l="9" t="0" r="19" b="0"/>
          <a:stretch>
            <a:fillRect/>
          </a:stretch>
        </p:blipFill>
        <p:spPr>
          <a:xfrm>
            <a:off x="-1" y="-1725"/>
            <a:ext cx="9144005" cy="5146950"/>
          </a:xfrm>
          <a:prstGeom prst="rect">
            <a:avLst/>
          </a:prstGeom>
          <a:ln w="12700">
            <a:miter lim="400000"/>
          </a:ln>
        </p:spPr>
      </p:pic>
      <p:sp>
        <p:nvSpPr>
          <p:cNvPr id="2188" name="Google Shape;894;p118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8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1_1_1_1_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6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197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98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199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200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201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202" name="Google Shape;896;p119" descr="Google Shape;896;p119"/>
          <p:cNvPicPr>
            <a:picLocks noChangeAspect="1"/>
          </p:cNvPicPr>
          <p:nvPr/>
        </p:nvPicPr>
        <p:blipFill>
          <a:blip r:embed="rId3">
            <a:extLst/>
          </a:blip>
          <a:srcRect l="9" t="0" r="19" b="0"/>
          <a:stretch>
            <a:fillRect/>
          </a:stretch>
        </p:blipFill>
        <p:spPr>
          <a:xfrm>
            <a:off x="-1" y="-1725"/>
            <a:ext cx="9144005" cy="5146950"/>
          </a:xfrm>
          <a:prstGeom prst="rect">
            <a:avLst/>
          </a:prstGeom>
          <a:ln w="12700">
            <a:miter lim="400000"/>
          </a:ln>
        </p:spPr>
      </p:pic>
      <p:sp>
        <p:nvSpPr>
          <p:cNvPr id="2203" name="Google Shape;897;p119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0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1_1_1_1_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1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212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13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214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215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216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217" name="251117 YIR Spotify Wrapped_MorseCode - Light_FINAL.pngGoogle Shape;899;p120" descr="251117 YIR Spotify Wrapped_MorseCode - Light_FINAL.pngGoogle Shape;899;p120"/>
          <p:cNvPicPr>
            <a:picLocks noChangeAspect="1"/>
          </p:cNvPicPr>
          <p:nvPr/>
        </p:nvPicPr>
        <p:blipFill>
          <a:blip r:embed="rId3">
            <a:extLst/>
          </a:blip>
          <a:srcRect l="9" t="0" r="19" b="0"/>
          <a:stretch>
            <a:fillRect/>
          </a:stretch>
        </p:blipFill>
        <p:spPr>
          <a:xfrm>
            <a:off x="-1" y="-1725"/>
            <a:ext cx="9144005" cy="5146950"/>
          </a:xfrm>
          <a:prstGeom prst="rect">
            <a:avLst/>
          </a:prstGeom>
          <a:ln w="12700">
            <a:miter lim="400000"/>
          </a:ln>
        </p:spPr>
      </p:pic>
      <p:sp>
        <p:nvSpPr>
          <p:cNvPr id="2218" name="Google Shape;900;p120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1_1_1_1_2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6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227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28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229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230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231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232" name="Google Shape;902;p121" descr="Google Shape;902;p121"/>
          <p:cNvPicPr>
            <a:picLocks noChangeAspect="1"/>
          </p:cNvPicPr>
          <p:nvPr/>
        </p:nvPicPr>
        <p:blipFill>
          <a:blip r:embed="rId3">
            <a:extLst/>
          </a:blip>
          <a:srcRect l="59" t="0" r="59" b="0"/>
          <a:stretch>
            <a:fillRect/>
          </a:stretch>
        </p:blipFill>
        <p:spPr>
          <a:xfrm>
            <a:off x="0" y="-1725"/>
            <a:ext cx="9144003" cy="5146948"/>
          </a:xfrm>
          <a:prstGeom prst="rect">
            <a:avLst/>
          </a:prstGeom>
          <a:ln w="12700">
            <a:miter lim="400000"/>
          </a:ln>
        </p:spPr>
      </p:pic>
      <p:sp>
        <p:nvSpPr>
          <p:cNvPr id="2233" name="Google Shape;903;p121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3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1_1_1_1_3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1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242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43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244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245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246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247" name="251117 YIR Spotify Wrapped_Network - Light_FINAL.pngGoogle Shape;905;p122" descr="251117 YIR Spotify Wrapped_Network - Light_FINAL.pngGoogle Shape;905;p122"/>
          <p:cNvPicPr>
            <a:picLocks noChangeAspect="1"/>
          </p:cNvPicPr>
          <p:nvPr/>
        </p:nvPicPr>
        <p:blipFill>
          <a:blip r:embed="rId3">
            <a:extLst/>
          </a:blip>
          <a:srcRect l="9" t="0" r="19" b="0"/>
          <a:stretch>
            <a:fillRect/>
          </a:stretch>
        </p:blipFill>
        <p:spPr>
          <a:xfrm>
            <a:off x="-1" y="-1725"/>
            <a:ext cx="9144005" cy="5146950"/>
          </a:xfrm>
          <a:prstGeom prst="rect">
            <a:avLst/>
          </a:prstGeom>
          <a:ln w="12700">
            <a:miter lim="400000"/>
          </a:ln>
        </p:spPr>
      </p:pic>
      <p:sp>
        <p:nvSpPr>
          <p:cNvPr id="2248" name="Google Shape;906;p122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23_1_1_2_1_1_1_1_1_1_1_1_1_1_1_1_1_1_2_1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6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257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58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259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260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261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2262" name="Google Shape;908;p123" descr="Google Shape;908;p123"/>
          <p:cNvPicPr>
            <a:picLocks noChangeAspect="1"/>
          </p:cNvPicPr>
          <p:nvPr/>
        </p:nvPicPr>
        <p:blipFill>
          <a:blip r:embed="rId3">
            <a:extLst/>
          </a:blip>
          <a:srcRect l="9" t="0" r="19" b="0"/>
          <a:stretch>
            <a:fillRect/>
          </a:stretch>
        </p:blipFill>
        <p:spPr>
          <a:xfrm>
            <a:off x="-1" y="-1725"/>
            <a:ext cx="9144005" cy="5146950"/>
          </a:xfrm>
          <a:prstGeom prst="rect">
            <a:avLst/>
          </a:prstGeom>
          <a:ln w="12700">
            <a:miter lim="400000"/>
          </a:ln>
        </p:spPr>
      </p:pic>
      <p:sp>
        <p:nvSpPr>
          <p:cNvPr id="2263" name="Google Shape;909;p123"/>
          <p:cNvSpPr/>
          <p:nvPr/>
        </p:nvSpPr>
        <p:spPr>
          <a:xfrm>
            <a:off x="-348650" y="4345275"/>
            <a:ext cx="267301" cy="8031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_32_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2272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73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2274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2275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276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277" name="Google Shape;911;p124"/>
          <p:cNvSpPr txBox="1"/>
          <p:nvPr/>
        </p:nvSpPr>
        <p:spPr>
          <a:xfrm>
            <a:off x="424925" y="239699"/>
            <a:ext cx="8294400" cy="798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90000"/>
              </a:lnSpc>
              <a:defRPr b="1" sz="1800">
                <a:solidFill>
                  <a:srgbClr val="FFFFFF"/>
                </a:solidFill>
              </a:defRPr>
            </a:pPr>
            <a:r>
              <a:t>Not intended for use: </a:t>
            </a:r>
            <a:r>
              <a:rPr sz="1400"/>
              <a:t>This slide ensures the full ASU color palette is available in your file.</a:t>
            </a:r>
            <a:endParaRPr sz="3200">
              <a:solidFill>
                <a:srgbClr val="747474"/>
              </a:solidFill>
            </a:endParaRPr>
          </a:p>
          <a:p>
            <a:pPr>
              <a:lnSpc>
                <a:spcPct val="90000"/>
              </a:lnSpc>
              <a:spcBef>
                <a:spcPts val="800"/>
              </a:spcBef>
              <a:defRPr b="1" sz="3200">
                <a:solidFill>
                  <a:srgbClr val="747474"/>
                </a:solidFill>
              </a:defRPr>
            </a:pPr>
            <a:r>
              <a:t>ASU color palette</a:t>
            </a:r>
          </a:p>
        </p:txBody>
      </p:sp>
      <p:graphicFrame>
        <p:nvGraphicFramePr>
          <p:cNvPr id="2278" name="Google Shape;912;p124"/>
          <p:cNvGraphicFramePr/>
          <p:nvPr/>
        </p:nvGraphicFramePr>
        <p:xfrm>
          <a:off x="419006" y="1003231"/>
          <a:ext cx="7218927" cy="3908576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276450"/>
                <a:gridCol w="616375"/>
                <a:gridCol w="616375"/>
                <a:gridCol w="616375"/>
                <a:gridCol w="616375"/>
                <a:gridCol w="616375"/>
                <a:gridCol w="616375"/>
                <a:gridCol w="616375"/>
                <a:gridCol w="616375"/>
                <a:gridCol w="616375"/>
                <a:gridCol w="395100"/>
              </a:tblGrid>
              <a:tr h="793875">
                <a:tc rowSpan="2">
                  <a:txBody>
                    <a:bodyPr/>
                    <a:lstStyle/>
                    <a:p>
                      <a:pPr algn="l">
                        <a:defRPr b="1" sz="800"/>
                      </a:pPr>
                      <a:r>
                        <a:t>Primary brand colors</a:t>
                      </a:r>
                      <a:endParaRPr>
                        <a:solidFill>
                          <a:srgbClr val="BFBFBF"/>
                        </a:solidFill>
                      </a:endParaRPr>
                    </a:p>
                    <a:p>
                      <a:pPr algn="l">
                        <a:spcBef>
                          <a:spcPts val="200"/>
                        </a:spcBef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Always use first.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800">
                          <a:solidFill>
                            <a:srgbClr val="BFBFBF"/>
                          </a:solidFill>
                        </a:defRPr>
                      </a:pPr>
                      <a:r>
                        <a:t>These should be your </a:t>
                      </a:r>
                      <a:br/>
                      <a:r>
                        <a:t>first color choices and used more prominently than secondary colors.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191919"/>
                      </a:solidFill>
                    </a:lnT>
                    <a:lnB>
                      <a:solidFill>
                        <a:srgbClr val="191919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E8E8E8">
                          <a:alpha val="0"/>
                        </a:srgbClr>
                      </a:solidFill>
                    </a:lnR>
                    <a:lnT>
                      <a:solidFill>
                        <a:srgbClr val="191919"/>
                      </a:solidFill>
                    </a:lnT>
                    <a:lnB>
                      <a:solidFill>
                        <a:srgbClr val="191919"/>
                      </a:solidFill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E8E8E8">
                          <a:alpha val="0"/>
                        </a:srgbClr>
                      </a:solidFill>
                    </a:lnL>
                    <a:lnR>
                      <a:solidFill>
                        <a:srgbClr val="E8E8E8">
                          <a:alpha val="0"/>
                        </a:srgbClr>
                      </a:solidFill>
                    </a:lnR>
                    <a:lnT>
                      <a:solidFill>
                        <a:srgbClr val="E8E8E8">
                          <a:alpha val="0"/>
                        </a:srgbClr>
                      </a:solidFill>
                    </a:lnT>
                    <a:lnB>
                      <a:solidFill>
                        <a:srgbClr val="E8E8E8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E8E8E8">
                          <a:alpha val="0"/>
                        </a:srgbClr>
                      </a:solidFill>
                    </a:lnL>
                    <a:lnR>
                      <a:solidFill>
                        <a:srgbClr val="E8E8E8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E8E8E8">
                          <a:alpha val="0"/>
                        </a:srgbClr>
                      </a:solidFill>
                    </a:lnL>
                    <a:lnR>
                      <a:solidFill>
                        <a:srgbClr val="E8E8E8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</a:tr>
              <a:tr h="291350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800"/>
                        </a:spcBef>
                        <a:defRPr b="1" sz="700">
                          <a:solidFill>
                            <a:srgbClr val="BFBFBF"/>
                          </a:solidFill>
                        </a:defRPr>
                      </a:pPr>
                      <a:r>
                        <a:t>ASU Gold</a:t>
                      </a:r>
                      <a:br/>
                      <a:r>
                        <a:rPr b="0"/>
                        <a:t>#FFC627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spcBef>
                          <a:spcPts val="800"/>
                        </a:spcBef>
                        <a:defRPr b="1" sz="700">
                          <a:solidFill>
                            <a:srgbClr val="BFBFBF"/>
                          </a:solidFill>
                        </a:defRPr>
                      </a:pPr>
                      <a:r>
                        <a:t>ASU Maroon</a:t>
                      </a:r>
                      <a:r>
                        <a:rPr b="0"/>
                        <a:t> </a:t>
                      </a:r>
                      <a:br>
                        <a:rPr b="0"/>
                      </a:br>
                      <a:r>
                        <a:rPr b="0"/>
                        <a:t>#8C1D40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l">
                        <a:spcBef>
                          <a:spcPts val="800"/>
                        </a:spcBef>
                        <a:defRPr b="1" sz="700">
                          <a:solidFill>
                            <a:srgbClr val="BFBFBF"/>
                          </a:solidFill>
                        </a:defRPr>
                      </a:pPr>
                      <a:r>
                        <a:t>ASU Black</a:t>
                      </a:r>
                      <a:r>
                        <a:rPr b="0"/>
                        <a:t> </a:t>
                      </a:r>
                      <a:br>
                        <a:rPr b="0"/>
                      </a:br>
                      <a:r>
                        <a:rPr b="0"/>
                        <a:t>#000000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191919"/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800"/>
                        </a:spcBef>
                        <a:defRPr b="1" sz="700">
                          <a:solidFill>
                            <a:srgbClr val="BFBFBF"/>
                          </a:solidFill>
                        </a:defRPr>
                      </a:pPr>
                      <a:r>
                        <a:t>ASU White</a:t>
                      </a:r>
                      <a:r>
                        <a:rPr b="0"/>
                        <a:t> </a:t>
                      </a:r>
                      <a:br>
                        <a:rPr b="0"/>
                      </a:br>
                      <a:r>
                        <a:rPr b="0"/>
                        <a:t>#FFFFFF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E8E8E8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E8E8E8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</a:tr>
              <a:tr h="485600">
                <a:tc rowSpan="2">
                  <a:txBody>
                    <a:bodyPr/>
                    <a:lstStyle/>
                    <a:p>
                      <a:pPr algn="l">
                        <a:defRPr b="1" sz="800"/>
                      </a:pPr>
                      <a:r>
                        <a:t>Secondary brand colors</a:t>
                      </a:r>
                      <a:r>
                        <a:rPr b="0">
                          <a:solidFill>
                            <a:srgbClr val="BFBFBF"/>
                          </a:solidFill>
                        </a:rPr>
                        <a:t> </a:t>
                      </a:r>
                      <a:endParaRPr>
                        <a:solidFill>
                          <a:srgbClr val="BFBFBF"/>
                        </a:solidFill>
                      </a:endParaRPr>
                    </a:p>
                    <a:p>
                      <a:pPr algn="l">
                        <a:spcBef>
                          <a:spcPts val="200"/>
                        </a:spcBef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Use as accents only. 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800">
                          <a:solidFill>
                            <a:srgbClr val="BFBFBF"/>
                          </a:solidFill>
                        </a:defRPr>
                      </a:pPr>
                      <a:r>
                        <a:t>Use in addition to primary brand colors, not for stand alone use. 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AF67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4AB7C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E7497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</a:tr>
              <a:tr h="390625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8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ASU Green</a:t>
                      </a:r>
                      <a:r>
                        <a:rPr b="0"/>
                        <a:t> #78BE20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8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ASU Blue</a:t>
                      </a:r>
                      <a:br/>
                      <a:r>
                        <a:rPr b="0"/>
                        <a:t>#00A3E0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8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ASU Orange</a:t>
                      </a:r>
                      <a:br/>
                      <a:r>
                        <a:rPr b="0"/>
                        <a:t>#FF7F32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8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ASU Copper</a:t>
                      </a:r>
                      <a:br/>
                      <a:r>
                        <a:rPr b="0"/>
                        <a:t>#AF674B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8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ASU Turquoise</a:t>
                      </a:r>
                      <a:br/>
                      <a:r>
                        <a:rPr b="0"/>
                        <a:t>#4AB7C4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8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ASU Pink</a:t>
                      </a:r>
                      <a:br/>
                      <a:r>
                        <a:rPr b="0"/>
                        <a:t>#E74973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8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ASU Gray</a:t>
                      </a:r>
                      <a:br/>
                      <a:r>
                        <a:rPr b="0"/>
                        <a:t>#747474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</a:tr>
              <a:tr h="388475">
                <a:tc rowSpan="2">
                  <a:txBody>
                    <a:bodyPr/>
                    <a:lstStyle/>
                    <a:p>
                      <a:pPr algn="l">
                        <a:defRPr b="1" sz="800"/>
                      </a:pPr>
                      <a:r>
                        <a:t>ASU Grayscale</a:t>
                      </a:r>
                      <a:endParaRPr>
                        <a:solidFill>
                          <a:srgbClr val="BFBFBF"/>
                        </a:solidFill>
                      </a:endParaRPr>
                    </a:p>
                    <a:p>
                      <a:pPr algn="l">
                        <a:spcBef>
                          <a:spcPts val="200"/>
                        </a:spcBef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For text, line </a:t>
                      </a:r>
                      <a:br/>
                      <a:r>
                        <a:t>and fill colors.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800">
                          <a:solidFill>
                            <a:srgbClr val="BFBFBF"/>
                          </a:solidFill>
                        </a:defRPr>
                      </a:pPr>
                      <a:r>
                        <a:t>ASU Gray is part </a:t>
                      </a:r>
                      <a:br/>
                      <a:r>
                        <a:t>of this scale.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000000"/>
                      </a:solidFill>
                    </a:lnT>
                    <a:lnB>
                      <a:solidFill>
                        <a:srgbClr val="000000"/>
                      </a:solidFill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48484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FAFAFA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FAFAFA">
                          <a:alpha val="0"/>
                        </a:srgbClr>
                      </a:solidFill>
                    </a:lnL>
                    <a:lnR>
                      <a:solidFill>
                        <a:srgbClr val="FAFAFA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FAFAFA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FAFAFA">
                          <a:alpha val="0"/>
                        </a:srgbClr>
                      </a:solidFill>
                    </a:lnL>
                    <a:lnR>
                      <a:solidFill>
                        <a:srgbClr val="FAFAFA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FAFAFA">
                          <a:alpha val="0"/>
                        </a:srgbClr>
                      </a:solidFill>
                    </a:lnB>
                    <a:noFill/>
                  </a:tcPr>
                </a:tc>
              </a:tr>
              <a:tr h="559975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ASU Black</a:t>
                      </a:r>
                      <a:br/>
                      <a:r>
                        <a:rPr b="0"/>
                        <a:t>#000000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Gray 1</a:t>
                      </a:r>
                      <a:br/>
                      <a:r>
                        <a:rPr b="0"/>
                        <a:t>#191919</a:t>
                      </a:r>
                      <a:br>
                        <a:rPr b="0"/>
                      </a:br>
                      <a:r>
                        <a:rPr b="0" sz="500"/>
                        <a:t>(Accessible digital black for reading</a:t>
                      </a:r>
                      <a:r>
                        <a:rPr b="0" sz="400"/>
                        <a:t>  — </a:t>
                      </a:r>
                      <a:r>
                        <a:rPr b="0" sz="500"/>
                        <a:t>reduced contrast)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000000"/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Gray 2</a:t>
                      </a:r>
                      <a:br/>
                      <a:r>
                        <a:rPr b="0"/>
                        <a:t>#484848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ASU Gray</a:t>
                      </a:r>
                      <a:br/>
                      <a:r>
                        <a:rPr b="0"/>
                        <a:t>#747474</a:t>
                      </a:r>
                      <a:br>
                        <a:rPr b="0"/>
                      </a:br>
                      <a:r>
                        <a:rPr b="0"/>
                        <a:t>(Gray 3)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Gray 4</a:t>
                      </a:r>
                      <a:br/>
                      <a:r>
                        <a:rPr b="0"/>
                        <a:t>#BFBFBF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Gray 5</a:t>
                      </a:r>
                      <a:br/>
                      <a:r>
                        <a:rPr b="0"/>
                        <a:t>#D0D0D0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Gray 6</a:t>
                      </a:r>
                      <a:br/>
                      <a:r>
                        <a:rPr b="0"/>
                        <a:t>#E8E8E8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Gray 7</a:t>
                      </a:r>
                      <a:br/>
                      <a:r>
                        <a:rPr b="0"/>
                        <a:t>#FAFAFA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ASU White</a:t>
                      </a:r>
                      <a:r>
                        <a:rPr b="0"/>
                        <a:t> #FFFFFF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FAFAFA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FAFAFA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</a:tr>
              <a:tr h="164350">
                <a:tc rowSpan="5"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b="1" sz="800"/>
                      </a:pPr>
                      <a:r>
                        <a:t>Brand color tints</a:t>
                      </a:r>
                      <a:endParaRPr>
                        <a:solidFill>
                          <a:srgbClr val="BFBFBF"/>
                        </a:solidFill>
                      </a:endParaRPr>
                    </a:p>
                    <a:p>
                      <a:pPr algn="l">
                        <a:spcBef>
                          <a:spcPts val="200"/>
                        </a:spcBef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For use in data visualizations and spreadsheets.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800">
                          <a:solidFill>
                            <a:srgbClr val="BFBFBF"/>
                          </a:solidFill>
                        </a:defRPr>
                      </a:pPr>
                      <a:r>
                        <a:t>Tints of all ASU colors — 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800">
                          <a:solidFill>
                            <a:srgbClr val="BFBFBF"/>
                          </a:solidFill>
                        </a:defRPr>
                      </a:pPr>
                      <a:r>
                        <a:t>not for stand alone use.</a:t>
                      </a: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 w="19050">
                      <a:solidFill>
                        <a:schemeClr val="accent1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Tints of  ASU Gold</a:t>
                      </a:r>
                    </a:p>
                  </a:txBody>
                  <a:tcPr marL="0" marR="0" marT="0" marB="0" anchor="t" anchorCtr="0" horzOverflow="overflow">
                    <a:lnL w="19050">
                      <a:solidFill>
                        <a:schemeClr val="accent1"/>
                      </a:solidFill>
                    </a:lnL>
                    <a:lnR w="19050">
                      <a:solidFill>
                        <a:schemeClr val="accent2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Tints of  ASU Maroon</a:t>
                      </a:r>
                    </a:p>
                  </a:txBody>
                  <a:tcPr marL="0" marR="0" marT="0" marB="0" anchor="t" anchorCtr="0" horzOverflow="overflow">
                    <a:lnL w="19050">
                      <a:solidFill>
                        <a:schemeClr val="accent2"/>
                      </a:solidFill>
                    </a:lnL>
                    <a:lnR w="19050">
                      <a:solidFill>
                        <a:schemeClr val="accent3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Tints of  ASU Green</a:t>
                      </a:r>
                    </a:p>
                  </a:txBody>
                  <a:tcPr marL="0" marR="0" marT="0" marB="0" anchor="t" anchorCtr="0" horzOverflow="overflow">
                    <a:lnL w="19050">
                      <a:solidFill>
                        <a:schemeClr val="accent3"/>
                      </a:solidFill>
                    </a:lnL>
                    <a:lnR w="19050">
                      <a:solidFill>
                        <a:schemeClr val="accent5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Tints of  ASU Blue</a:t>
                      </a:r>
                    </a:p>
                  </a:txBody>
                  <a:tcPr marL="0" marR="0" marT="0" marB="0" anchor="t" anchorCtr="0" horzOverflow="overflow">
                    <a:lnL w="19050">
                      <a:solidFill>
                        <a:schemeClr val="accent5"/>
                      </a:solidFill>
                    </a:lnL>
                    <a:lnR w="19050">
                      <a:solidFill>
                        <a:schemeClr val="accent4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Tints of  ASU Orange</a:t>
                      </a:r>
                    </a:p>
                  </a:txBody>
                  <a:tcPr marL="0" marR="0" marT="0" marB="0" anchor="t" anchorCtr="0" horzOverflow="overflow">
                    <a:lnL w="19050">
                      <a:solidFill>
                        <a:schemeClr val="accent4"/>
                      </a:solidFill>
                    </a:lnL>
                    <a:lnR w="19050">
                      <a:solidFill>
                        <a:srgbClr val="AF674B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Tints of  ASU Copper</a:t>
                      </a:r>
                    </a:p>
                  </a:txBody>
                  <a:tcPr marL="0" marR="0" marT="0" marB="0" anchor="t" anchorCtr="0" horzOverflow="overflow">
                    <a:lnL w="19050">
                      <a:solidFill>
                        <a:srgbClr val="AF674B"/>
                      </a:solidFill>
                    </a:lnL>
                    <a:lnR w="19050">
                      <a:solidFill>
                        <a:srgbClr val="4AB7C4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Tints of  ASU Turquoise</a:t>
                      </a:r>
                    </a:p>
                  </a:txBody>
                  <a:tcPr marL="0" marR="0" marT="0" marB="0" anchor="t" anchorCtr="0" horzOverflow="overflow">
                    <a:lnL w="19050">
                      <a:solidFill>
                        <a:srgbClr val="4AB7C4"/>
                      </a:solidFill>
                    </a:lnL>
                    <a:lnR w="19050">
                      <a:solidFill>
                        <a:srgbClr val="E74973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Tints of  ASU Pink</a:t>
                      </a:r>
                    </a:p>
                  </a:txBody>
                  <a:tcPr marL="0" marR="0" marT="0" marB="0" anchor="t" anchorCtr="0" horzOverflow="overflow">
                    <a:lnL w="19050">
                      <a:solidFill>
                        <a:srgbClr val="E74973"/>
                      </a:solidFill>
                    </a:lnL>
                    <a:lnR w="19050">
                      <a:solidFill>
                        <a:schemeClr val="accent6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Tints of red for error,  issues, negative values</a:t>
                      </a:r>
                    </a:p>
                  </a:txBody>
                  <a:tcPr marL="0" marR="0" marT="0" marB="0" anchor="t" anchorCtr="0" horzOverflow="overflow">
                    <a:lnL w="19050">
                      <a:solidFill>
                        <a:schemeClr val="accent6"/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  <a:tc hMerge="1">
                  <a:tcPr/>
                </a:tc>
              </a:tr>
              <a:tr h="165750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#FFF9E9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1"/>
                      </a:solidFill>
                    </a:lnL>
                    <a:lnR w="19050">
                      <a:solidFill>
                        <a:schemeClr val="accent2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FF9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#F3E8EC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2"/>
                      </a:solidFill>
                    </a:lnL>
                    <a:lnR w="19050">
                      <a:solidFill>
                        <a:schemeClr val="accent3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3E8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#F1F8E8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3"/>
                      </a:solidFill>
                    </a:lnL>
                    <a:lnR w="19050">
                      <a:solidFill>
                        <a:schemeClr val="accent5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1F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#E5F6FC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5"/>
                      </a:solidFill>
                    </a:lnL>
                    <a:lnR w="19050">
                      <a:solidFill>
                        <a:schemeClr val="accent4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E5F6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#FFF2EA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4"/>
                      </a:solidFill>
                    </a:lnL>
                    <a:lnR w="19050">
                      <a:solidFill>
                        <a:srgbClr val="AF674B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FF2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#F7F0ED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AF674B"/>
                      </a:solidFill>
                    </a:lnL>
                    <a:lnR w="19050">
                      <a:solidFill>
                        <a:srgbClr val="4AB7C4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7F0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#EDF8F9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4AB7C4"/>
                      </a:solidFill>
                    </a:lnL>
                    <a:lnR w="19050">
                      <a:solidFill>
                        <a:srgbClr val="E74973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EDF8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#FDECF1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E74973"/>
                      </a:solidFill>
                    </a:lnL>
                    <a:lnR w="19050">
                      <a:solidFill>
                        <a:schemeClr val="accent6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DEC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#FAEAEA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6"/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10% tint</a:t>
                      </a:r>
                    </a:p>
                  </a:txBody>
                  <a:tcPr marL="0" marR="0" marT="0" marB="0" anchor="ctr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E8E8E8"/>
                      </a:solidFill>
                    </a:lnB>
                    <a:noFill/>
                  </a:tcPr>
                </a:tc>
              </a:tr>
              <a:tr h="165750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#FFF1C9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1"/>
                      </a:solidFill>
                    </a:lnL>
                    <a:lnR w="19050">
                      <a:solidFill>
                        <a:schemeClr val="accent2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FF1C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#DFC9CF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2"/>
                      </a:solidFill>
                    </a:lnL>
                    <a:lnR w="19050">
                      <a:solidFill>
                        <a:schemeClr val="accent3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DFC9C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#DFC9CF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3"/>
                      </a:solidFill>
                    </a:lnL>
                    <a:lnR w="19050">
                      <a:solidFill>
                        <a:schemeClr val="accent5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E9F5D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#D6F0FA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5"/>
                      </a:solidFill>
                    </a:lnL>
                    <a:lnR w="19050">
                      <a:solidFill>
                        <a:schemeClr val="accent4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D6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#FFEADE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4"/>
                      </a:solidFill>
                    </a:lnL>
                    <a:lnR w="19050">
                      <a:solidFill>
                        <a:srgbClr val="AF674B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FEA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#EBD9D2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AF674B"/>
                      </a:solidFill>
                    </a:lnL>
                    <a:lnR w="19050">
                      <a:solidFill>
                        <a:srgbClr val="4AB7C4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EBD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#D2EDF0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4AB7C4"/>
                      </a:solidFill>
                    </a:lnL>
                    <a:lnR w="19050">
                      <a:solidFill>
                        <a:srgbClr val="E74973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D2ED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#F9D1DC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E74973"/>
                      </a:solidFill>
                    </a:lnL>
                    <a:lnR w="19050">
                      <a:solidFill>
                        <a:schemeClr val="accent6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9D1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#F2CBCB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6"/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solidFill>
                      <a:srgbClr val="F2CB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25% tint</a:t>
                      </a:r>
                    </a:p>
                  </a:txBody>
                  <a:tcPr marL="0" marR="0" marT="0" marB="0" anchor="ctr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E8E8E8"/>
                      </a:solidFill>
                    </a:lnT>
                    <a:lnB>
                      <a:solidFill>
                        <a:srgbClr val="E8E8E8"/>
                      </a:solidFill>
                    </a:lnB>
                    <a:noFill/>
                  </a:tcPr>
                </a:tc>
              </a:tr>
              <a:tr h="165750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#FFE293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1"/>
                      </a:solidFill>
                    </a:lnL>
                    <a:lnR w="19050">
                      <a:solidFill>
                        <a:schemeClr val="accent2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FE29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#C58E9F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2"/>
                      </a:solidFill>
                    </a:lnL>
                    <a:lnR w="19050">
                      <a:solidFill>
                        <a:schemeClr val="accent3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C58E9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#BBDE8F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3"/>
                      </a:solidFill>
                    </a:lnL>
                    <a:lnR w="19050">
                      <a:solidFill>
                        <a:schemeClr val="accent5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BBDE8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#7FD1EF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5"/>
                      </a:solidFill>
                    </a:lnL>
                    <a:lnR w="19050">
                      <a:solidFill>
                        <a:schemeClr val="accent4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7FD1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#FFBF98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4"/>
                      </a:solidFill>
                    </a:lnL>
                    <a:lnR w="19050">
                      <a:solidFill>
                        <a:srgbClr val="AF674B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FBF9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#D7B3A5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AF674B"/>
                      </a:solidFill>
                    </a:lnL>
                    <a:lnR w="19050">
                      <a:solidFill>
                        <a:srgbClr val="4AB7C4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D7B3A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#A4DBE1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4AB7C4"/>
                      </a:solidFill>
                    </a:lnL>
                    <a:lnR w="19050">
                      <a:solidFill>
                        <a:srgbClr val="E74973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A4DB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#F3A4B9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E74973"/>
                      </a:solidFill>
                    </a:lnL>
                    <a:lnR w="19050">
                      <a:solidFill>
                        <a:schemeClr val="accent6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3A4B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#E59797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6"/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solidFill>
                      <a:srgbClr val="E5979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50% tint</a:t>
                      </a:r>
                    </a:p>
                  </a:txBody>
                  <a:tcPr marL="0" marR="0" marT="0" marB="0" anchor="ctr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E8E8E8"/>
                      </a:solidFill>
                    </a:lnT>
                    <a:lnB>
                      <a:solidFill>
                        <a:srgbClr val="E8E8E8"/>
                      </a:solidFill>
                    </a:lnB>
                    <a:noFill/>
                  </a:tcPr>
                </a:tc>
              </a:tr>
              <a:tr h="165750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#FFD45D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1"/>
                      </a:solidFill>
                    </a:lnL>
                    <a:lnR w="19050">
                      <a:solidFill>
                        <a:schemeClr val="accent2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chemeClr val="accent1">
                        <a:lumOff val="1058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#A95670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2"/>
                      </a:solidFill>
                    </a:lnL>
                    <a:lnR w="19050">
                      <a:solidFill>
                        <a:schemeClr val="accent3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chemeClr val="accent2">
                        <a:satOff val="-32937"/>
                        <a:lumOff val="16715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#9ACF58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3"/>
                      </a:solidFill>
                    </a:lnL>
                    <a:lnR w="19050">
                      <a:solidFill>
                        <a:schemeClr val="accent5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9ACF5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#42BBE8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5"/>
                      </a:solidFill>
                    </a:lnL>
                    <a:lnR w="19050">
                      <a:solidFill>
                        <a:schemeClr val="accent4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42BB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#FFA067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4"/>
                      </a:solidFill>
                    </a:lnL>
                    <a:lnR w="19050">
                      <a:solidFill>
                        <a:srgbClr val="AF674B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FFA06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#C48E7A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AF674B"/>
                      </a:solidFill>
                    </a:lnL>
                    <a:lnR w="19050">
                      <a:solidFill>
                        <a:srgbClr val="4AB7C4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C48E7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#79C9D3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4AB7C4"/>
                      </a:solidFill>
                    </a:lnL>
                    <a:lnR w="19050">
                      <a:solidFill>
                        <a:srgbClr val="E74973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79C9D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#ED7897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rgbClr val="E74973"/>
                      </a:solidFill>
                    </a:lnL>
                    <a:lnR w="19050">
                      <a:solidFill>
                        <a:schemeClr val="accent6"/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solidFill>
                      <a:srgbClr val="ED789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600">
                          <a:solidFill>
                            <a:srgbClr val="191919"/>
                          </a:solidFill>
                        </a:rPr>
                        <a:t>#D96262</a:t>
                      </a:r>
                    </a:p>
                  </a:txBody>
                  <a:tcPr marL="0" marR="0" marT="0" marB="0" anchor="ctr" anchorCtr="0" horzOverflow="overflow">
                    <a:lnL w="19050">
                      <a:solidFill>
                        <a:schemeClr val="accent6"/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solidFill>
                      <a:srgbClr val="D9626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600">
                          <a:solidFill>
                            <a:srgbClr val="E8E8E8"/>
                          </a:solidFill>
                        </a:rPr>
                        <a:t>75% tint</a:t>
                      </a:r>
                    </a:p>
                  </a:txBody>
                  <a:tcPr marL="0" marR="0" marT="0" marB="0" anchor="ctr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E8E8E8"/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</a:tr>
              <a:tr h="171325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ctr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ctr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ctr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ctr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ctr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ctr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ctr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9E9E9E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ctr" anchorCtr="0" horzOverflow="overflow">
                    <a:lnL>
                      <a:solidFill>
                        <a:srgbClr val="9E9E9E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9E9E9E">
                          <a:alpha val="0"/>
                        </a:srgbClr>
                      </a:solidFill>
                    </a:lnT>
                    <a:lnB>
                      <a:solidFill>
                        <a:srgbClr val="9E9E9E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ctr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ctr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2279" name="Google Shape;913;p124" descr="Google Shape;913;p12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409721" y="1378633"/>
            <a:ext cx="1376101" cy="1467088"/>
          </a:xfrm>
          <a:prstGeom prst="rect">
            <a:avLst/>
          </a:prstGeom>
          <a:ln w="12700">
            <a:miter lim="400000"/>
          </a:ln>
        </p:spPr>
      </p:pic>
      <p:sp>
        <p:nvSpPr>
          <p:cNvPr id="2280" name="Google Shape;914;p124"/>
          <p:cNvSpPr/>
          <p:nvPr/>
        </p:nvSpPr>
        <p:spPr>
          <a:xfrm>
            <a:off x="7407146" y="959760"/>
            <a:ext cx="273301" cy="336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2815"/>
                </a:moveTo>
                <a:lnTo>
                  <a:pt x="5400" y="12815"/>
                </a:lnTo>
                <a:lnTo>
                  <a:pt x="5400" y="0"/>
                </a:lnTo>
                <a:lnTo>
                  <a:pt x="16200" y="0"/>
                </a:lnTo>
                <a:lnTo>
                  <a:pt x="16200" y="12815"/>
                </a:lnTo>
                <a:lnTo>
                  <a:pt x="21600" y="12815"/>
                </a:lnTo>
                <a:lnTo>
                  <a:pt x="10800" y="21600"/>
                </a:lnTo>
                <a:close/>
              </a:path>
            </a:pathLst>
          </a:cu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graphicFrame>
        <p:nvGraphicFramePr>
          <p:cNvPr id="2281" name="Google Shape;915;p124"/>
          <p:cNvGraphicFramePr/>
          <p:nvPr/>
        </p:nvGraphicFramePr>
        <p:xfrm>
          <a:off x="7410198" y="3139220"/>
          <a:ext cx="1375176" cy="638276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17075"/>
                <a:gridCol w="1158100"/>
              </a:tblGrid>
              <a:tr h="638275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t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Error Red</a:t>
                      </a:r>
                    </a:p>
                    <a:p>
                      <a:pPr algn="l">
                        <a:lnSpc>
                          <a:spcPct val="90000"/>
                        </a:lnSpc>
                        <a:defRPr sz="600">
                          <a:solidFill>
                            <a:srgbClr val="FFFFFF"/>
                          </a:solidFill>
                        </a:defRPr>
                      </a:pPr>
                      <a:r>
                        <a:t>#CC2F2F </a:t>
                      </a:r>
                    </a:p>
                    <a:p>
                      <a:pPr algn="l">
                        <a:lnSpc>
                          <a:spcPct val="90000"/>
                        </a:lnSpc>
                        <a:spcBef>
                          <a:spcPts val="400"/>
                        </a:spcBef>
                        <a:defRPr b="1" sz="600">
                          <a:solidFill>
                            <a:srgbClr val="BFBFBF"/>
                          </a:solidFill>
                        </a:defRPr>
                      </a:pPr>
                      <a:r>
                        <a:t>Use to indicate system errors, issues or negative number values only.</a:t>
                      </a:r>
                    </a:p>
                    <a:p>
                      <a:pPr algn="l">
                        <a:lnSpc>
                          <a:spcPct val="90000"/>
                        </a:lnSpc>
                        <a:spcBef>
                          <a:spcPts val="400"/>
                        </a:spcBef>
                        <a:defRPr sz="600">
                          <a:solidFill>
                            <a:srgbClr val="BFBFBF"/>
                          </a:solidFill>
                        </a:defRPr>
                      </a:pPr>
                      <a:r>
                        <a:t>Please do not use ASU Maroon to indicate negative information.</a:t>
                      </a:r>
                    </a:p>
                  </a:txBody>
                  <a:tcPr marL="0" marR="0" marT="0" marB="0" anchor="ctr" anchorCtr="0" horzOverflow="overflow">
                    <a:lnL>
                      <a:solidFill>
                        <a:srgbClr val="191919">
                          <a:alpha val="0"/>
                        </a:srgbClr>
                      </a:solidFill>
                    </a:lnL>
                    <a:lnR>
                      <a:solidFill>
                        <a:srgbClr val="191919">
                          <a:alpha val="0"/>
                        </a:srgbClr>
                      </a:solidFill>
                    </a:lnR>
                    <a:lnT>
                      <a:solidFill>
                        <a:srgbClr val="191919">
                          <a:alpha val="0"/>
                        </a:srgbClr>
                      </a:solidFill>
                    </a:lnT>
                    <a:lnB>
                      <a:solidFill>
                        <a:srgbClr val="191919">
                          <a:alpha val="0"/>
                        </a:srgbClr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2282" name="Screenshot 2026-01-05 at 2.57.32 PM.pngGoogle Shape;916;p124" descr="Screenshot 2026-01-05 at 2.57.32 PM.pngGoogle Shape;916;p12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410199" y="1612076"/>
            <a:ext cx="1376101" cy="324124"/>
          </a:xfrm>
          <a:prstGeom prst="rect">
            <a:avLst/>
          </a:prstGeom>
          <a:ln w="12700">
            <a:miter lim="400000"/>
          </a:ln>
        </p:spPr>
      </p:pic>
      <p:sp>
        <p:nvSpPr>
          <p:cNvPr id="2283" name="Google Shape;917;p124"/>
          <p:cNvSpPr/>
          <p:nvPr/>
        </p:nvSpPr>
        <p:spPr>
          <a:xfrm>
            <a:off x="-387976" y="41665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84" name="Google Shape;918;p124"/>
          <p:cNvSpPr/>
          <p:nvPr/>
        </p:nvSpPr>
        <p:spPr>
          <a:xfrm>
            <a:off x="0" y="552449"/>
            <a:ext cx="9187500" cy="4590902"/>
          </a:xfrm>
          <a:prstGeom prst="rect">
            <a:avLst/>
          </a:prstGeom>
          <a:solidFill>
            <a:srgbClr val="191919">
              <a:alpha val="71880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5.xml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Relationship Id="rId23" Type="http://schemas.openxmlformats.org/officeDocument/2006/relationships/slideLayout" Target="../slideLayouts/slideLayout20.xml"/><Relationship Id="rId24" Type="http://schemas.openxmlformats.org/officeDocument/2006/relationships/slideLayout" Target="../slideLayouts/slideLayout21.xml"/><Relationship Id="rId25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3.xml"/><Relationship Id="rId27" Type="http://schemas.openxmlformats.org/officeDocument/2006/relationships/slideLayout" Target="../slideLayouts/slideLayout24.xml"/><Relationship Id="rId28" Type="http://schemas.openxmlformats.org/officeDocument/2006/relationships/slideLayout" Target="../slideLayouts/slideLayout25.xml"/><Relationship Id="rId29" Type="http://schemas.openxmlformats.org/officeDocument/2006/relationships/slideLayout" Target="../slideLayouts/slideLayout26.xml"/><Relationship Id="rId30" Type="http://schemas.openxmlformats.org/officeDocument/2006/relationships/slideLayout" Target="../slideLayouts/slideLayout27.xml"/><Relationship Id="rId31" Type="http://schemas.openxmlformats.org/officeDocument/2006/relationships/slideLayout" Target="../slideLayouts/slideLayout28.xml"/><Relationship Id="rId32" Type="http://schemas.openxmlformats.org/officeDocument/2006/relationships/slideLayout" Target="../slideLayouts/slideLayout29.xml"/><Relationship Id="rId33" Type="http://schemas.openxmlformats.org/officeDocument/2006/relationships/slideLayout" Target="../slideLayouts/slideLayout30.xml"/><Relationship Id="rId34" Type="http://schemas.openxmlformats.org/officeDocument/2006/relationships/slideLayout" Target="../slideLayouts/slideLayout31.xml"/><Relationship Id="rId35" Type="http://schemas.openxmlformats.org/officeDocument/2006/relationships/slideLayout" Target="../slideLayouts/slideLayout32.xml"/><Relationship Id="rId36" Type="http://schemas.openxmlformats.org/officeDocument/2006/relationships/slideLayout" Target="../slideLayouts/slideLayout33.xml"/><Relationship Id="rId37" Type="http://schemas.openxmlformats.org/officeDocument/2006/relationships/slideLayout" Target="../slideLayouts/slideLayout34.xml"/><Relationship Id="rId38" Type="http://schemas.openxmlformats.org/officeDocument/2006/relationships/slideLayout" Target="../slideLayouts/slideLayout35.xml"/><Relationship Id="rId39" Type="http://schemas.openxmlformats.org/officeDocument/2006/relationships/slideLayout" Target="../slideLayouts/slideLayout36.xml"/><Relationship Id="rId40" Type="http://schemas.openxmlformats.org/officeDocument/2006/relationships/slideLayout" Target="../slideLayouts/slideLayout37.xml"/><Relationship Id="rId41" Type="http://schemas.openxmlformats.org/officeDocument/2006/relationships/slideLayout" Target="../slideLayouts/slideLayout38.xml"/><Relationship Id="rId42" Type="http://schemas.openxmlformats.org/officeDocument/2006/relationships/slideLayout" Target="../slideLayouts/slideLayout39.xml"/><Relationship Id="rId43" Type="http://schemas.openxmlformats.org/officeDocument/2006/relationships/slideLayout" Target="../slideLayouts/slideLayout40.xml"/><Relationship Id="rId44" Type="http://schemas.openxmlformats.org/officeDocument/2006/relationships/slideLayout" Target="../slideLayouts/slideLayout41.xml"/><Relationship Id="rId45" Type="http://schemas.openxmlformats.org/officeDocument/2006/relationships/slideLayout" Target="../slideLayouts/slideLayout42.xml"/><Relationship Id="rId46" Type="http://schemas.openxmlformats.org/officeDocument/2006/relationships/slideLayout" Target="../slideLayouts/slideLayout43.xml"/><Relationship Id="rId47" Type="http://schemas.openxmlformats.org/officeDocument/2006/relationships/slideLayout" Target="../slideLayouts/slideLayout44.xml"/><Relationship Id="rId48" Type="http://schemas.openxmlformats.org/officeDocument/2006/relationships/slideLayout" Target="../slideLayouts/slideLayout45.xml"/><Relationship Id="rId49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47.xml"/><Relationship Id="rId51" Type="http://schemas.openxmlformats.org/officeDocument/2006/relationships/slideLayout" Target="../slideLayouts/slideLayout48.xml"/><Relationship Id="rId52" Type="http://schemas.openxmlformats.org/officeDocument/2006/relationships/slideLayout" Target="../slideLayouts/slideLayout49.xml"/><Relationship Id="rId53" Type="http://schemas.openxmlformats.org/officeDocument/2006/relationships/slideLayout" Target="../slideLayouts/slideLayout50.xml"/><Relationship Id="rId54" Type="http://schemas.openxmlformats.org/officeDocument/2006/relationships/slideLayout" Target="../slideLayouts/slideLayout51.xml"/><Relationship Id="rId55" Type="http://schemas.openxmlformats.org/officeDocument/2006/relationships/slideLayout" Target="../slideLayouts/slideLayout52.xml"/><Relationship Id="rId56" Type="http://schemas.openxmlformats.org/officeDocument/2006/relationships/slideLayout" Target="../slideLayouts/slideLayout53.xml"/><Relationship Id="rId57" Type="http://schemas.openxmlformats.org/officeDocument/2006/relationships/slideLayout" Target="../slideLayouts/slideLayout54.xml"/><Relationship Id="rId58" Type="http://schemas.openxmlformats.org/officeDocument/2006/relationships/slideLayout" Target="../slideLayouts/slideLayout55.xml"/><Relationship Id="rId59" Type="http://schemas.openxmlformats.org/officeDocument/2006/relationships/slideLayout" Target="../slideLayouts/slideLayout56.xml"/><Relationship Id="rId60" Type="http://schemas.openxmlformats.org/officeDocument/2006/relationships/slideLayout" Target="../slideLayouts/slideLayout57.xml"/><Relationship Id="rId61" Type="http://schemas.openxmlformats.org/officeDocument/2006/relationships/slideLayout" Target="../slideLayouts/slideLayout58.xml"/><Relationship Id="rId62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60.xml"/><Relationship Id="rId64" Type="http://schemas.openxmlformats.org/officeDocument/2006/relationships/slideLayout" Target="../slideLayouts/slideLayout61.xml"/><Relationship Id="rId65" Type="http://schemas.openxmlformats.org/officeDocument/2006/relationships/slideLayout" Target="../slideLayouts/slideLayout62.xml"/><Relationship Id="rId66" Type="http://schemas.openxmlformats.org/officeDocument/2006/relationships/slideLayout" Target="../slideLayouts/slideLayout63.xml"/><Relationship Id="rId67" Type="http://schemas.openxmlformats.org/officeDocument/2006/relationships/slideLayout" Target="../slideLayouts/slideLayout64.xml"/><Relationship Id="rId68" Type="http://schemas.openxmlformats.org/officeDocument/2006/relationships/slideLayout" Target="../slideLayouts/slideLayout65.xml"/><Relationship Id="rId69" Type="http://schemas.openxmlformats.org/officeDocument/2006/relationships/slideLayout" Target="../slideLayouts/slideLayout66.xml"/><Relationship Id="rId70" Type="http://schemas.openxmlformats.org/officeDocument/2006/relationships/slideLayout" Target="../slideLayouts/slideLayout67.xml"/><Relationship Id="rId71" Type="http://schemas.openxmlformats.org/officeDocument/2006/relationships/slideLayout" Target="../slideLayouts/slideLayout68.xml"/><Relationship Id="rId72" Type="http://schemas.openxmlformats.org/officeDocument/2006/relationships/slideLayout" Target="../slideLayouts/slideLayout69.xml"/><Relationship Id="rId73" Type="http://schemas.openxmlformats.org/officeDocument/2006/relationships/slideLayout" Target="../slideLayouts/slideLayout70.xml"/><Relationship Id="rId74" Type="http://schemas.openxmlformats.org/officeDocument/2006/relationships/slideLayout" Target="../slideLayouts/slideLayout71.xml"/><Relationship Id="rId75" Type="http://schemas.openxmlformats.org/officeDocument/2006/relationships/slideLayout" Target="../slideLayouts/slideLayout72.xml"/><Relationship Id="rId76" Type="http://schemas.openxmlformats.org/officeDocument/2006/relationships/slideLayout" Target="../slideLayouts/slideLayout73.xml"/><Relationship Id="rId77" Type="http://schemas.openxmlformats.org/officeDocument/2006/relationships/slideLayout" Target="../slideLayouts/slideLayout74.xml"/><Relationship Id="rId78" Type="http://schemas.openxmlformats.org/officeDocument/2006/relationships/slideLayout" Target="../slideLayouts/slideLayout75.xml"/><Relationship Id="rId79" Type="http://schemas.openxmlformats.org/officeDocument/2006/relationships/slideLayout" Target="../slideLayouts/slideLayout76.xml"/><Relationship Id="rId80" Type="http://schemas.openxmlformats.org/officeDocument/2006/relationships/slideLayout" Target="../slideLayouts/slideLayout77.xml"/><Relationship Id="rId81" Type="http://schemas.openxmlformats.org/officeDocument/2006/relationships/slideLayout" Target="../slideLayouts/slideLayout78.xml"/><Relationship Id="rId82" Type="http://schemas.openxmlformats.org/officeDocument/2006/relationships/slideLayout" Target="../slideLayouts/slideLayout79.xml"/><Relationship Id="rId83" Type="http://schemas.openxmlformats.org/officeDocument/2006/relationships/slideLayout" Target="../slideLayouts/slideLayout80.xml"/><Relationship Id="rId84" Type="http://schemas.openxmlformats.org/officeDocument/2006/relationships/slideLayout" Target="../slideLayouts/slideLayout81.xml"/><Relationship Id="rId85" Type="http://schemas.openxmlformats.org/officeDocument/2006/relationships/slideLayout" Target="../slideLayouts/slideLayout82.xml"/><Relationship Id="rId86" Type="http://schemas.openxmlformats.org/officeDocument/2006/relationships/slideLayout" Target="../slideLayouts/slideLayout83.xml"/><Relationship Id="rId87" Type="http://schemas.openxmlformats.org/officeDocument/2006/relationships/slideLayout" Target="../slideLayouts/slideLayout84.xml"/><Relationship Id="rId88" Type="http://schemas.openxmlformats.org/officeDocument/2006/relationships/slideLayout" Target="../slideLayouts/slideLayout85.xml"/><Relationship Id="rId89" Type="http://schemas.openxmlformats.org/officeDocument/2006/relationships/slideLayout" Target="../slideLayouts/slideLayout86.xml"/><Relationship Id="rId90" Type="http://schemas.openxmlformats.org/officeDocument/2006/relationships/slideLayout" Target="../slideLayouts/slideLayout87.xml"/><Relationship Id="rId91" Type="http://schemas.openxmlformats.org/officeDocument/2006/relationships/slideLayout" Target="../slideLayouts/slideLayout88.xml"/><Relationship Id="rId92" Type="http://schemas.openxmlformats.org/officeDocument/2006/relationships/slideLayout" Target="../slideLayouts/slideLayout89.xml"/><Relationship Id="rId93" Type="http://schemas.openxmlformats.org/officeDocument/2006/relationships/slideLayout" Target="../slideLayouts/slideLayout90.xml"/><Relationship Id="rId94" Type="http://schemas.openxmlformats.org/officeDocument/2006/relationships/slideLayout" Target="../slideLayouts/slideLayout91.xml"/><Relationship Id="rId95" Type="http://schemas.openxmlformats.org/officeDocument/2006/relationships/slideLayout" Target="../slideLayouts/slideLayout92.xml"/><Relationship Id="rId96" Type="http://schemas.openxmlformats.org/officeDocument/2006/relationships/slideLayout" Target="../slideLayouts/slideLayout93.xml"/><Relationship Id="rId97" Type="http://schemas.openxmlformats.org/officeDocument/2006/relationships/slideLayout" Target="../slideLayouts/slideLayout94.xml"/><Relationship Id="rId98" Type="http://schemas.openxmlformats.org/officeDocument/2006/relationships/slideLayout" Target="../slideLayouts/slideLayout95.xml"/><Relationship Id="rId99" Type="http://schemas.openxmlformats.org/officeDocument/2006/relationships/slideLayout" Target="../slideLayouts/slideLayout96.xml"/><Relationship Id="rId100" Type="http://schemas.openxmlformats.org/officeDocument/2006/relationships/slideLayout" Target="../slideLayouts/slideLayout97.xml"/><Relationship Id="rId101" Type="http://schemas.openxmlformats.org/officeDocument/2006/relationships/slideLayout" Target="../slideLayouts/slideLayout98.xml"/><Relationship Id="rId102" Type="http://schemas.openxmlformats.org/officeDocument/2006/relationships/slideLayout" Target="../slideLayouts/slideLayout99.xml"/><Relationship Id="rId103" Type="http://schemas.openxmlformats.org/officeDocument/2006/relationships/slideLayout" Target="../slideLayouts/slideLayout100.xml"/><Relationship Id="rId104" Type="http://schemas.openxmlformats.org/officeDocument/2006/relationships/slideLayout" Target="../slideLayouts/slideLayout101.xml"/><Relationship Id="rId105" Type="http://schemas.openxmlformats.org/officeDocument/2006/relationships/slideLayout" Target="../slideLayouts/slideLayout102.xml"/><Relationship Id="rId106" Type="http://schemas.openxmlformats.org/officeDocument/2006/relationships/slideLayout" Target="../slideLayouts/slideLayout103.xml"/><Relationship Id="rId107" Type="http://schemas.openxmlformats.org/officeDocument/2006/relationships/slideLayout" Target="../slideLayouts/slideLayout104.xml"/><Relationship Id="rId108" Type="http://schemas.openxmlformats.org/officeDocument/2006/relationships/slideLayout" Target="../slideLayouts/slideLayout105.xml"/><Relationship Id="rId109" Type="http://schemas.openxmlformats.org/officeDocument/2006/relationships/slideLayout" Target="../slideLayouts/slideLayout106.xml"/><Relationship Id="rId110" Type="http://schemas.openxmlformats.org/officeDocument/2006/relationships/slideLayout" Target="../slideLayouts/slideLayout107.xml"/><Relationship Id="rId111" Type="http://schemas.openxmlformats.org/officeDocument/2006/relationships/slideLayout" Target="../slideLayouts/slideLayout108.xml"/><Relationship Id="rId112" Type="http://schemas.openxmlformats.org/officeDocument/2006/relationships/slideLayout" Target="../slideLayouts/slideLayout109.xml"/><Relationship Id="rId113" Type="http://schemas.openxmlformats.org/officeDocument/2006/relationships/slideLayout" Target="../slideLayouts/slideLayout110.xml"/><Relationship Id="rId114" Type="http://schemas.openxmlformats.org/officeDocument/2006/relationships/slideLayout" Target="../slideLayouts/slideLayout111.xml"/><Relationship Id="rId115" Type="http://schemas.openxmlformats.org/officeDocument/2006/relationships/slideLayout" Target="../slideLayouts/slideLayout112.xml"/><Relationship Id="rId116" Type="http://schemas.openxmlformats.org/officeDocument/2006/relationships/slideLayout" Target="../slideLayouts/slideLayout113.xml"/><Relationship Id="rId117" Type="http://schemas.openxmlformats.org/officeDocument/2006/relationships/slideLayout" Target="../slideLayouts/slideLayout114.xml"/><Relationship Id="rId118" Type="http://schemas.openxmlformats.org/officeDocument/2006/relationships/slideLayout" Target="../slideLayouts/slideLayout115.xml"/><Relationship Id="rId119" Type="http://schemas.openxmlformats.org/officeDocument/2006/relationships/slideLayout" Target="../slideLayouts/slideLayout116.xml"/><Relationship Id="rId120" Type="http://schemas.openxmlformats.org/officeDocument/2006/relationships/slideLayout" Target="../slideLayouts/slideLayout117.xml"/><Relationship Id="rId121" Type="http://schemas.openxmlformats.org/officeDocument/2006/relationships/slideLayout" Target="../slideLayouts/slideLayout118.xml"/><Relationship Id="rId122" Type="http://schemas.openxmlformats.org/officeDocument/2006/relationships/slideLayout" Target="../slideLayouts/slideLayout119.xml"/><Relationship Id="rId123" Type="http://schemas.openxmlformats.org/officeDocument/2006/relationships/slideLayout" Target="../slideLayouts/slideLayout120.xml"/><Relationship Id="rId124" Type="http://schemas.openxmlformats.org/officeDocument/2006/relationships/slideLayout" Target="../slideLayouts/slideLayout121.xml"/><Relationship Id="rId125" Type="http://schemas.openxmlformats.org/officeDocument/2006/relationships/slideLayout" Target="../slideLayouts/slideLayout122.xml"/><Relationship Id="rId126" Type="http://schemas.openxmlformats.org/officeDocument/2006/relationships/slideLayout" Target="../slideLayouts/slideLayout1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;p1"/>
          <p:cNvSpPr/>
          <p:nvPr/>
        </p:nvSpPr>
        <p:spPr>
          <a:xfrm flipH="1">
            <a:off x="-219167" y="4387324"/>
            <a:ext cx="1" cy="739501"/>
          </a:xfrm>
          <a:prstGeom prst="line">
            <a:avLst/>
          </a:prstGeom>
          <a:ln>
            <a:solidFill>
              <a:srgbClr val="9E9E9E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3" name="Google Shape;7;p1"/>
          <p:cNvSpPr/>
          <p:nvPr/>
        </p:nvSpPr>
        <p:spPr>
          <a:xfrm>
            <a:off x="-333276" y="4684950"/>
            <a:ext cx="229501" cy="144001"/>
          </a:xfrm>
          <a:prstGeom prst="rect">
            <a:avLst/>
          </a:prstGeom>
          <a:solidFill>
            <a:srgbClr val="F9FBF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4" name="Google Shape;8;p1"/>
          <p:cNvSpPr txBox="1"/>
          <p:nvPr/>
        </p:nvSpPr>
        <p:spPr>
          <a:xfrm>
            <a:off x="8007800" y="5034367"/>
            <a:ext cx="1042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400">
                <a:solidFill>
                  <a:srgbClr val="E8E8E8"/>
                </a:solidFill>
              </a:defRPr>
            </a:lvl1pPr>
          </a:lstStyle>
          <a:p>
            <a:pPr/>
            <a:r>
              <a:t>Copyright © 2026 Arizona Board of Regents</a:t>
            </a:r>
          </a:p>
        </p:txBody>
      </p:sp>
      <p:pic>
        <p:nvPicPr>
          <p:cNvPr id="5" name="Closed_captioning_symbol.svg.pngGoogle Shape;10;p1" descr="Closed_captioning_symbol.svg.pngGoogle Shape;10;p1"/>
          <p:cNvPicPr>
            <a:picLocks noChangeAspect="1"/>
          </p:cNvPicPr>
          <p:nvPr/>
        </p:nvPicPr>
        <p:blipFill>
          <a:blip r:embed="rId2">
            <a:alphaModFix amt="60000"/>
            <a:extLst/>
          </a:blip>
          <a:stretch>
            <a:fillRect/>
          </a:stretch>
        </p:blipFill>
        <p:spPr>
          <a:xfrm>
            <a:off x="-281943" y="4709986"/>
            <a:ext cx="125549" cy="94177"/>
          </a:xfrm>
          <a:prstGeom prst="rect">
            <a:avLst/>
          </a:prstGeom>
          <a:ln w="12700">
            <a:miter lim="400000"/>
          </a:ln>
        </p:spPr>
      </p:pic>
      <p:sp>
        <p:nvSpPr>
          <p:cNvPr id="6" name="Google Shape;11;p1"/>
          <p:cNvSpPr/>
          <p:nvPr/>
        </p:nvSpPr>
        <p:spPr>
          <a:xfrm>
            <a:off x="-216116" y="4369091"/>
            <a:ext cx="127801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" name="Google Shape;12;p1"/>
          <p:cNvSpPr/>
          <p:nvPr/>
        </p:nvSpPr>
        <p:spPr>
          <a:xfrm>
            <a:off x="-216117" y="5132911"/>
            <a:ext cx="121802" cy="12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0800" y="0"/>
                </a:lnTo>
                <a:lnTo>
                  <a:pt x="10800" y="21600"/>
                </a:lnTo>
                <a:lnTo>
                  <a:pt x="21600" y="21600"/>
                </a:lnTo>
              </a:path>
            </a:pathLst>
          </a:custGeom>
          <a:ln>
            <a:solidFill>
              <a:srgbClr val="9E9E9E"/>
            </a:solidFill>
            <a:prstDash val="dot"/>
          </a:ln>
        </p:spPr>
        <p:txBody>
          <a:bodyPr lIns="45719" rIns="45719" anchor="ctr"/>
          <a:lstStyle/>
          <a:p>
            <a:pPr/>
          </a:p>
        </p:txBody>
      </p:sp>
      <p:pic>
        <p:nvPicPr>
          <p:cNvPr id="8" name="Google Shape;15;p2" descr="Google Shape;15;p2"/>
          <p:cNvPicPr>
            <a:picLocks noChangeAspect="1"/>
          </p:cNvPicPr>
          <p:nvPr/>
        </p:nvPicPr>
        <p:blipFill>
          <a:blip r:embed="rId3">
            <a:extLst/>
          </a:blip>
          <a:srcRect l="6424" t="21559" r="59273" b="21284"/>
          <a:stretch>
            <a:fillRect/>
          </a:stretch>
        </p:blipFill>
        <p:spPr>
          <a:xfrm>
            <a:off x="338324" y="297225"/>
            <a:ext cx="910051" cy="420850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Google Shape;16;p2"/>
          <p:cNvSpPr txBox="1"/>
          <p:nvPr/>
        </p:nvSpPr>
        <p:spPr>
          <a:xfrm>
            <a:off x="338324" y="915216"/>
            <a:ext cx="8467502" cy="24930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80000"/>
              </a:lnSpc>
              <a:defRPr b="1" sz="6600"/>
            </a:pPr>
            <a:r>
              <a:t>Official 2026</a:t>
            </a:r>
            <a:br/>
            <a:r>
              <a:t>ASU presentation template </a:t>
            </a:r>
          </a:p>
        </p:txBody>
      </p:sp>
      <p:sp>
        <p:nvSpPr>
          <p:cNvPr id="10" name="Google Shape;17;p2"/>
          <p:cNvSpPr txBox="1"/>
          <p:nvPr/>
        </p:nvSpPr>
        <p:spPr>
          <a:xfrm>
            <a:off x="338324" y="3756100"/>
            <a:ext cx="8467502" cy="1051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Provided by ASU Enterprise </a:t>
            </a:r>
            <a:br/>
            <a:r>
              <a:t>Brand Strategy and Management</a:t>
            </a:r>
          </a:p>
        </p:txBody>
      </p:sp>
      <p:sp>
        <p:nvSpPr>
          <p:cNvPr id="11" name="Google Shape;18;p2"/>
          <p:cNvSpPr/>
          <p:nvPr/>
        </p:nvSpPr>
        <p:spPr>
          <a:xfrm>
            <a:off x="-387976" y="4166599"/>
            <a:ext cx="358801" cy="1026001"/>
          </a:xfrm>
          <a:prstGeom prst="rect">
            <a:avLst/>
          </a:prstGeom>
          <a:solidFill>
            <a:srgbClr val="3939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" name="Title Text"/>
          <p:cNvSpPr txBox="1"/>
          <p:nvPr>
            <p:ph type="title"/>
          </p:nvPr>
        </p:nvSpPr>
        <p:spPr>
          <a:xfrm>
            <a:off x="457200" y="205978"/>
            <a:ext cx="8229600" cy="994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13" name="Body Level One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  <p:sldLayoutId id="2147483661" r:id="rId16"/>
    <p:sldLayoutId id="2147483662" r:id="rId17"/>
    <p:sldLayoutId id="2147483663" r:id="rId18"/>
    <p:sldLayoutId id="2147483664" r:id="rId19"/>
    <p:sldLayoutId id="2147483665" r:id="rId20"/>
    <p:sldLayoutId id="2147483666" r:id="rId21"/>
    <p:sldLayoutId id="2147483667" r:id="rId22"/>
    <p:sldLayoutId id="2147483668" r:id="rId23"/>
    <p:sldLayoutId id="2147483669" r:id="rId24"/>
    <p:sldLayoutId id="2147483670" r:id="rId25"/>
    <p:sldLayoutId id="2147483671" r:id="rId26"/>
    <p:sldLayoutId id="2147483672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79" r:id="rId34"/>
    <p:sldLayoutId id="2147483680" r:id="rId35"/>
    <p:sldLayoutId id="2147483681" r:id="rId36"/>
    <p:sldLayoutId id="2147483682" r:id="rId37"/>
    <p:sldLayoutId id="2147483683" r:id="rId38"/>
    <p:sldLayoutId id="2147483684" r:id="rId39"/>
    <p:sldLayoutId id="2147483685" r:id="rId40"/>
    <p:sldLayoutId id="2147483686" r:id="rId41"/>
    <p:sldLayoutId id="2147483687" r:id="rId42"/>
    <p:sldLayoutId id="2147483688" r:id="rId43"/>
    <p:sldLayoutId id="2147483689" r:id="rId44"/>
    <p:sldLayoutId id="2147483690" r:id="rId45"/>
    <p:sldLayoutId id="2147483691" r:id="rId46"/>
    <p:sldLayoutId id="2147483692" r:id="rId47"/>
    <p:sldLayoutId id="2147483693" r:id="rId48"/>
    <p:sldLayoutId id="2147483694" r:id="rId49"/>
    <p:sldLayoutId id="2147483695" r:id="rId50"/>
    <p:sldLayoutId id="2147483696" r:id="rId51"/>
    <p:sldLayoutId id="2147483697" r:id="rId52"/>
    <p:sldLayoutId id="2147483698" r:id="rId53"/>
    <p:sldLayoutId id="2147483699" r:id="rId54"/>
    <p:sldLayoutId id="2147483700" r:id="rId55"/>
    <p:sldLayoutId id="2147483701" r:id="rId56"/>
    <p:sldLayoutId id="2147483702" r:id="rId57"/>
    <p:sldLayoutId id="2147483703" r:id="rId58"/>
    <p:sldLayoutId id="2147483704" r:id="rId59"/>
    <p:sldLayoutId id="2147483705" r:id="rId60"/>
    <p:sldLayoutId id="2147483706" r:id="rId61"/>
    <p:sldLayoutId id="2147483707" r:id="rId62"/>
    <p:sldLayoutId id="2147483708" r:id="rId63"/>
    <p:sldLayoutId id="2147483709" r:id="rId64"/>
    <p:sldLayoutId id="2147483710" r:id="rId65"/>
    <p:sldLayoutId id="2147483711" r:id="rId66"/>
    <p:sldLayoutId id="2147483712" r:id="rId67"/>
    <p:sldLayoutId id="2147483713" r:id="rId68"/>
    <p:sldLayoutId id="2147483714" r:id="rId69"/>
    <p:sldLayoutId id="2147483715" r:id="rId70"/>
    <p:sldLayoutId id="2147483716" r:id="rId71"/>
    <p:sldLayoutId id="2147483717" r:id="rId72"/>
    <p:sldLayoutId id="2147483718" r:id="rId73"/>
    <p:sldLayoutId id="2147483719" r:id="rId74"/>
    <p:sldLayoutId id="2147483720" r:id="rId75"/>
    <p:sldLayoutId id="2147483721" r:id="rId76"/>
    <p:sldLayoutId id="2147483722" r:id="rId77"/>
    <p:sldLayoutId id="2147483723" r:id="rId78"/>
    <p:sldLayoutId id="2147483724" r:id="rId79"/>
    <p:sldLayoutId id="2147483725" r:id="rId80"/>
    <p:sldLayoutId id="2147483726" r:id="rId81"/>
    <p:sldLayoutId id="2147483727" r:id="rId82"/>
    <p:sldLayoutId id="2147483728" r:id="rId83"/>
    <p:sldLayoutId id="2147483729" r:id="rId84"/>
    <p:sldLayoutId id="2147483730" r:id="rId85"/>
    <p:sldLayoutId id="2147483731" r:id="rId86"/>
    <p:sldLayoutId id="2147483732" r:id="rId87"/>
    <p:sldLayoutId id="2147483733" r:id="rId88"/>
    <p:sldLayoutId id="2147483734" r:id="rId89"/>
    <p:sldLayoutId id="2147483735" r:id="rId90"/>
    <p:sldLayoutId id="2147483736" r:id="rId91"/>
    <p:sldLayoutId id="2147483737" r:id="rId92"/>
    <p:sldLayoutId id="2147483738" r:id="rId93"/>
    <p:sldLayoutId id="2147483739" r:id="rId94"/>
    <p:sldLayoutId id="2147483740" r:id="rId95"/>
    <p:sldLayoutId id="2147483741" r:id="rId96"/>
    <p:sldLayoutId id="2147483742" r:id="rId97"/>
    <p:sldLayoutId id="2147483743" r:id="rId98"/>
    <p:sldLayoutId id="2147483744" r:id="rId99"/>
    <p:sldLayoutId id="2147483745" r:id="rId100"/>
    <p:sldLayoutId id="2147483746" r:id="rId101"/>
    <p:sldLayoutId id="2147483747" r:id="rId102"/>
    <p:sldLayoutId id="2147483748" r:id="rId103"/>
    <p:sldLayoutId id="2147483749" r:id="rId104"/>
    <p:sldLayoutId id="2147483750" r:id="rId105"/>
    <p:sldLayoutId id="2147483751" r:id="rId106"/>
    <p:sldLayoutId id="2147483752" r:id="rId107"/>
    <p:sldLayoutId id="2147483753" r:id="rId108"/>
    <p:sldLayoutId id="2147483754" r:id="rId109"/>
    <p:sldLayoutId id="2147483755" r:id="rId110"/>
    <p:sldLayoutId id="2147483756" r:id="rId111"/>
    <p:sldLayoutId id="2147483757" r:id="rId112"/>
    <p:sldLayoutId id="2147483758" r:id="rId113"/>
    <p:sldLayoutId id="2147483759" r:id="rId114"/>
    <p:sldLayoutId id="2147483760" r:id="rId115"/>
    <p:sldLayoutId id="2147483761" r:id="rId116"/>
    <p:sldLayoutId id="2147483762" r:id="rId117"/>
    <p:sldLayoutId id="2147483763" r:id="rId118"/>
    <p:sldLayoutId id="2147483764" r:id="rId119"/>
    <p:sldLayoutId id="2147483765" r:id="rId120"/>
    <p:sldLayoutId id="2147483766" r:id="rId121"/>
    <p:sldLayoutId id="2147483767" r:id="rId122"/>
    <p:sldLayoutId id="2147483768" r:id="rId123"/>
    <p:sldLayoutId id="2147483769" r:id="rId124"/>
    <p:sldLayoutId id="2147483770" r:id="rId125"/>
    <p:sldLayoutId id="2147483771" r:id="rId12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1pPr>
      <a:lvl2pPr marL="1005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2pPr>
      <a:lvl3pPr marL="1524000" marR="0" indent="-4572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3pPr>
      <a:lvl4pPr marL="2062479" marR="0" indent="-525779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4pPr>
      <a:lvl5pPr marL="2519679" marR="0" indent="-525779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5pPr>
      <a:lvl6pPr marL="2976879" marR="0" indent="-525779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6pPr>
      <a:lvl7pPr marL="3434079" marR="0" indent="-525779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7pPr>
      <a:lvl8pPr marL="3891279" marR="0" indent="-525779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8pPr>
      <a:lvl9pPr marL="4348479" marR="0" indent="-525779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191919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4" name="Google Shape;1123;p135"/>
          <p:cNvSpPr txBox="1"/>
          <p:nvPr>
            <p:ph type="title"/>
          </p:nvPr>
        </p:nvSpPr>
        <p:spPr>
          <a:xfrm>
            <a:off x="338325" y="320050"/>
            <a:ext cx="8384700" cy="3728100"/>
          </a:xfrm>
          <a:prstGeom prst="rect">
            <a:avLst/>
          </a:prstGeom>
        </p:spPr>
        <p:txBody>
          <a:bodyPr/>
          <a:lstStyle/>
          <a:p>
            <a:pPr/>
            <a:r>
              <a:t>C3D to FBX Conversion Tool</a:t>
            </a:r>
          </a:p>
        </p:txBody>
      </p:sp>
      <p:sp>
        <p:nvSpPr>
          <p:cNvPr id="2295" name="Google Shape;1124;p135"/>
          <p:cNvSpPr txBox="1"/>
          <p:nvPr>
            <p:ph type="body" sz="quarter" idx="1"/>
          </p:nvPr>
        </p:nvSpPr>
        <p:spPr>
          <a:xfrm>
            <a:off x="338324" y="4024424"/>
            <a:ext cx="8467502" cy="349501"/>
          </a:xfrm>
          <a:prstGeom prst="rect">
            <a:avLst/>
          </a:prstGeom>
        </p:spPr>
        <p:txBody>
          <a:bodyPr/>
          <a:lstStyle>
            <a:lvl1pPr marL="0" indent="0"/>
          </a:lstStyle>
          <a:p>
            <a:pPr/>
            <a:r>
              <a:t>Clinical Motion Capture → Interactive Visualization  •  Endless Games and Learning Lab  •  ASU  •  March 2026</a:t>
            </a:r>
          </a:p>
        </p:txBody>
      </p:sp>
      <p:sp>
        <p:nvSpPr>
          <p:cNvPr id="2296" name="Google Shape;1125;p135"/>
          <p:cNvSpPr/>
          <p:nvPr/>
        </p:nvSpPr>
        <p:spPr>
          <a:xfrm>
            <a:off x="202518" y="4462839"/>
            <a:ext cx="787451" cy="51812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8" name="Rectangle 1"/>
          <p:cNvSpPr/>
          <p:nvPr/>
        </p:nvSpPr>
        <p:spPr>
          <a:xfrm>
            <a:off x="0" y="-1"/>
            <a:ext cx="9144000" cy="50292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99" name="Rectangle 2"/>
          <p:cNvSpPr/>
          <p:nvPr/>
        </p:nvSpPr>
        <p:spPr>
          <a:xfrm>
            <a:off x="0" y="5070347"/>
            <a:ext cx="9144000" cy="7315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00" name="TextBox 3"/>
          <p:cNvSpPr txBox="1"/>
          <p:nvPr/>
        </p:nvSpPr>
        <p:spPr>
          <a:xfrm>
            <a:off x="320039" y="73152"/>
            <a:ext cx="8686802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THE CLINICAL GAP</a:t>
            </a:r>
          </a:p>
        </p:txBody>
      </p:sp>
      <p:sp>
        <p:nvSpPr>
          <p:cNvPr id="2301" name="Rectangle 4"/>
          <p:cNvSpPr/>
          <p:nvPr/>
        </p:nvSpPr>
        <p:spPr>
          <a:xfrm>
            <a:off x="228600" y="640080"/>
            <a:ext cx="8686800" cy="713233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02" name="Rectangle 5"/>
          <p:cNvSpPr/>
          <p:nvPr/>
        </p:nvSpPr>
        <p:spPr>
          <a:xfrm>
            <a:off x="228600" y="640080"/>
            <a:ext cx="54864" cy="71323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03" name="TextBox 6"/>
          <p:cNvSpPr txBox="1"/>
          <p:nvPr/>
        </p:nvSpPr>
        <p:spPr>
          <a:xfrm>
            <a:off x="457199" y="694944"/>
            <a:ext cx="832104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Clinical data collected — never visualized</a:t>
            </a:r>
          </a:p>
        </p:txBody>
      </p:sp>
      <p:sp>
        <p:nvSpPr>
          <p:cNvPr id="2304" name="TextBox 7"/>
          <p:cNvSpPr txBox="1"/>
          <p:nvPr/>
        </p:nvSpPr>
        <p:spPr>
          <a:xfrm>
            <a:off x="457199" y="969263"/>
            <a:ext cx="832104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Rich biomechanical data sits in .C3D files. Patients never see it.</a:t>
            </a:r>
          </a:p>
        </p:txBody>
      </p:sp>
      <p:sp>
        <p:nvSpPr>
          <p:cNvPr id="2305" name="Rectangle 8"/>
          <p:cNvSpPr/>
          <p:nvPr/>
        </p:nvSpPr>
        <p:spPr>
          <a:xfrm>
            <a:off x="228600" y="1444752"/>
            <a:ext cx="8686800" cy="713233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06" name="Rectangle 9"/>
          <p:cNvSpPr/>
          <p:nvPr/>
        </p:nvSpPr>
        <p:spPr>
          <a:xfrm>
            <a:off x="228600" y="1444752"/>
            <a:ext cx="54864" cy="71323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07" name="TextBox 10"/>
          <p:cNvSpPr txBox="1"/>
          <p:nvPr/>
        </p:nvSpPr>
        <p:spPr>
          <a:xfrm>
            <a:off x="457199" y="1499616"/>
            <a:ext cx="832104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Patients see numbers, not movement</a:t>
            </a:r>
          </a:p>
        </p:txBody>
      </p:sp>
      <p:sp>
        <p:nvSpPr>
          <p:cNvPr id="2308" name="TextBox 11"/>
          <p:cNvSpPr txBox="1"/>
          <p:nvPr/>
        </p:nvSpPr>
        <p:spPr>
          <a:xfrm>
            <a:off x="457199" y="1773935"/>
            <a:ext cx="832104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Charts and spreadsheets don't build intuition or drive motivation.</a:t>
            </a:r>
          </a:p>
        </p:txBody>
      </p:sp>
      <p:sp>
        <p:nvSpPr>
          <p:cNvPr id="2309" name="Rectangle 12"/>
          <p:cNvSpPr/>
          <p:nvPr/>
        </p:nvSpPr>
        <p:spPr>
          <a:xfrm>
            <a:off x="228600" y="2249423"/>
            <a:ext cx="8686800" cy="713233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10" name="Rectangle 13"/>
          <p:cNvSpPr/>
          <p:nvPr/>
        </p:nvSpPr>
        <p:spPr>
          <a:xfrm>
            <a:off x="228600" y="2249423"/>
            <a:ext cx="54864" cy="71323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11" name="TextBox 14"/>
          <p:cNvSpPr txBox="1"/>
          <p:nvPr/>
        </p:nvSpPr>
        <p:spPr>
          <a:xfrm>
            <a:off x="457199" y="2304288"/>
            <a:ext cx="832104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50% compliance drop after 2 weeks</a:t>
            </a:r>
          </a:p>
        </p:txBody>
      </p:sp>
      <p:sp>
        <p:nvSpPr>
          <p:cNvPr id="2312" name="TextBox 15"/>
          <p:cNvSpPr txBox="1"/>
          <p:nvPr/>
        </p:nvSpPr>
        <p:spPr>
          <a:xfrm>
            <a:off x="457199" y="2578607"/>
            <a:ext cx="832104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Without engaging feedback, patients abandon home exercise programs.</a:t>
            </a:r>
          </a:p>
        </p:txBody>
      </p:sp>
      <p:sp>
        <p:nvSpPr>
          <p:cNvPr id="2313" name="Rectangle 16"/>
          <p:cNvSpPr/>
          <p:nvPr/>
        </p:nvSpPr>
        <p:spPr>
          <a:xfrm>
            <a:off x="228600" y="3054095"/>
            <a:ext cx="8686800" cy="713233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14" name="Rectangle 17"/>
          <p:cNvSpPr/>
          <p:nvPr/>
        </p:nvSpPr>
        <p:spPr>
          <a:xfrm>
            <a:off x="228600" y="3054095"/>
            <a:ext cx="54864" cy="71323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15" name="TextBox 18"/>
          <p:cNvSpPr txBox="1"/>
          <p:nvPr/>
        </p:nvSpPr>
        <p:spPr>
          <a:xfrm>
            <a:off x="457199" y="3108960"/>
            <a:ext cx="832104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Existing software: $100,000+</a:t>
            </a:r>
          </a:p>
        </p:txBody>
      </p:sp>
      <p:sp>
        <p:nvSpPr>
          <p:cNvPr id="2316" name="TextBox 19"/>
          <p:cNvSpPr txBox="1"/>
          <p:nvPr/>
        </p:nvSpPr>
        <p:spPr>
          <a:xfrm>
            <a:off x="457199" y="3383279"/>
            <a:ext cx="832104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Vicon, Qualisys — research-grade cost, unreachable for most PT clinics.</a:t>
            </a:r>
          </a:p>
        </p:txBody>
      </p:sp>
      <p:sp>
        <p:nvSpPr>
          <p:cNvPr id="2317" name="Rectangle 20"/>
          <p:cNvSpPr/>
          <p:nvPr/>
        </p:nvSpPr>
        <p:spPr>
          <a:xfrm>
            <a:off x="228600" y="3858767"/>
            <a:ext cx="8686800" cy="713233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18" name="Rectangle 21"/>
          <p:cNvSpPr/>
          <p:nvPr/>
        </p:nvSpPr>
        <p:spPr>
          <a:xfrm>
            <a:off x="228600" y="3858767"/>
            <a:ext cx="54864" cy="71323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19" name="TextBox 22"/>
          <p:cNvSpPr txBox="1"/>
          <p:nvPr/>
        </p:nvSpPr>
        <p:spPr>
          <a:xfrm>
            <a:off x="457199" y="3913630"/>
            <a:ext cx="832104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No interactive gamification layer</a:t>
            </a:r>
          </a:p>
        </p:txBody>
      </p:sp>
      <p:sp>
        <p:nvSpPr>
          <p:cNvPr id="2320" name="TextBox 23"/>
          <p:cNvSpPr txBox="1"/>
          <p:nvPr/>
        </p:nvSpPr>
        <p:spPr>
          <a:xfrm>
            <a:off x="457199" y="4187952"/>
            <a:ext cx="832104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The motion capture hardware exists. The game engine bridge does not.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2" name="Rectangle 1"/>
          <p:cNvSpPr/>
          <p:nvPr/>
        </p:nvSpPr>
        <p:spPr>
          <a:xfrm>
            <a:off x="0" y="-1"/>
            <a:ext cx="9144000" cy="50292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23" name="Rectangle 2"/>
          <p:cNvSpPr/>
          <p:nvPr/>
        </p:nvSpPr>
        <p:spPr>
          <a:xfrm>
            <a:off x="0" y="5070347"/>
            <a:ext cx="9144000" cy="7315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24" name="TextBox 3"/>
          <p:cNvSpPr txBox="1"/>
          <p:nvPr/>
        </p:nvSpPr>
        <p:spPr>
          <a:xfrm>
            <a:off x="320039" y="73152"/>
            <a:ext cx="8686802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THE PIPELINE</a:t>
            </a:r>
          </a:p>
        </p:txBody>
      </p:sp>
      <p:sp>
        <p:nvSpPr>
          <p:cNvPr id="2325" name="Rectangle 4"/>
          <p:cNvSpPr/>
          <p:nvPr/>
        </p:nvSpPr>
        <p:spPr>
          <a:xfrm>
            <a:off x="182880" y="594359"/>
            <a:ext cx="1664207" cy="1737362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26" name="TextBox 5"/>
          <p:cNvSpPr txBox="1"/>
          <p:nvPr/>
        </p:nvSpPr>
        <p:spPr>
          <a:xfrm>
            <a:off x="320039" y="640080"/>
            <a:ext cx="1435610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📡</a:t>
            </a:r>
          </a:p>
        </p:txBody>
      </p:sp>
      <p:sp>
        <p:nvSpPr>
          <p:cNvPr id="2327" name="TextBox 6"/>
          <p:cNvSpPr txBox="1"/>
          <p:nvPr/>
        </p:nvSpPr>
        <p:spPr>
          <a:xfrm>
            <a:off x="320039" y="960119"/>
            <a:ext cx="1435610" cy="4793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C3D</a:t>
            </a:r>
            <a:br/>
            <a:r>
              <a:rPr b="0"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File</a:t>
            </a:r>
          </a:p>
        </p:txBody>
      </p:sp>
      <p:sp>
        <p:nvSpPr>
          <p:cNvPr id="2328" name="TextBox 7"/>
          <p:cNvSpPr txBox="1"/>
          <p:nvPr/>
        </p:nvSpPr>
        <p:spPr>
          <a:xfrm>
            <a:off x="320039" y="1508760"/>
            <a:ext cx="1435610" cy="6317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9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Binary clinical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format</a:t>
            </a:r>
            <a:b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</a:br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(Vicon/Nexus)</a:t>
            </a:r>
          </a:p>
        </p:txBody>
      </p:sp>
      <p:sp>
        <p:nvSpPr>
          <p:cNvPr id="2329" name="TextBox 8"/>
          <p:cNvSpPr txBox="1"/>
          <p:nvPr/>
        </p:nvSpPr>
        <p:spPr>
          <a:xfrm>
            <a:off x="1819655" y="1097280"/>
            <a:ext cx="109729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▶</a:t>
            </a:r>
          </a:p>
        </p:txBody>
      </p:sp>
      <p:sp>
        <p:nvSpPr>
          <p:cNvPr id="2330" name="Rectangle 9"/>
          <p:cNvSpPr/>
          <p:nvPr/>
        </p:nvSpPr>
        <p:spPr>
          <a:xfrm>
            <a:off x="1938528" y="594359"/>
            <a:ext cx="1664207" cy="1737362"/>
          </a:xfrm>
          <a:prstGeom prst="rect">
            <a:avLst/>
          </a:prstGeom>
          <a:solidFill>
            <a:srgbClr val="0097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31" name="TextBox 10"/>
          <p:cNvSpPr txBox="1"/>
          <p:nvPr/>
        </p:nvSpPr>
        <p:spPr>
          <a:xfrm>
            <a:off x="2075687" y="640080"/>
            <a:ext cx="1435609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🔍</a:t>
            </a:r>
          </a:p>
        </p:txBody>
      </p:sp>
      <p:sp>
        <p:nvSpPr>
          <p:cNvPr id="2332" name="TextBox 11"/>
          <p:cNvSpPr txBox="1"/>
          <p:nvPr/>
        </p:nvSpPr>
        <p:spPr>
          <a:xfrm>
            <a:off x="2075687" y="960119"/>
            <a:ext cx="1435609" cy="4793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Inspect</a:t>
            </a:r>
            <a:br/>
            <a:r>
              <a:rPr b="0"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+Validate</a:t>
            </a:r>
          </a:p>
        </p:txBody>
      </p:sp>
      <p:sp>
        <p:nvSpPr>
          <p:cNvPr id="2333" name="TextBox 12"/>
          <p:cNvSpPr txBox="1"/>
          <p:nvPr/>
        </p:nvSpPr>
        <p:spPr>
          <a:xfrm>
            <a:off x="2075687" y="1508760"/>
            <a:ext cx="1435609" cy="6317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9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inspect_c3d.py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Label discovery</a:t>
            </a:r>
            <a:b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</a:br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Marker mapping</a:t>
            </a:r>
          </a:p>
        </p:txBody>
      </p:sp>
      <p:sp>
        <p:nvSpPr>
          <p:cNvPr id="2334" name="TextBox 13"/>
          <p:cNvSpPr txBox="1"/>
          <p:nvPr/>
        </p:nvSpPr>
        <p:spPr>
          <a:xfrm>
            <a:off x="3575304" y="1097280"/>
            <a:ext cx="109729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▶</a:t>
            </a:r>
          </a:p>
        </p:txBody>
      </p:sp>
      <p:sp>
        <p:nvSpPr>
          <p:cNvPr id="2335" name="Rectangle 14"/>
          <p:cNvSpPr/>
          <p:nvPr/>
        </p:nvSpPr>
        <p:spPr>
          <a:xfrm>
            <a:off x="3694176" y="594359"/>
            <a:ext cx="1664208" cy="1737362"/>
          </a:xfrm>
          <a:prstGeom prst="rect">
            <a:avLst/>
          </a:prstGeom>
          <a:solidFill>
            <a:schemeClr val="accent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36" name="TextBox 15"/>
          <p:cNvSpPr txBox="1"/>
          <p:nvPr/>
        </p:nvSpPr>
        <p:spPr>
          <a:xfrm>
            <a:off x="3831335" y="640080"/>
            <a:ext cx="1435609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🧮</a:t>
            </a:r>
          </a:p>
        </p:txBody>
      </p:sp>
      <p:sp>
        <p:nvSpPr>
          <p:cNvPr id="2337" name="TextBox 16"/>
          <p:cNvSpPr txBox="1"/>
          <p:nvPr/>
        </p:nvSpPr>
        <p:spPr>
          <a:xfrm>
            <a:off x="3831335" y="960119"/>
            <a:ext cx="1435609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Solve</a:t>
            </a:r>
          </a:p>
        </p:txBody>
      </p:sp>
      <p:sp>
        <p:nvSpPr>
          <p:cNvPr id="2338" name="TextBox 17"/>
          <p:cNvSpPr txBox="1"/>
          <p:nvPr/>
        </p:nvSpPr>
        <p:spPr>
          <a:xfrm>
            <a:off x="3831335" y="1508760"/>
            <a:ext cx="1435609" cy="834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9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solve_csv_to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_ue_rigjson.py</a:t>
            </a:r>
            <a:b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</a:br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Forward kinematics</a:t>
            </a:r>
          </a:p>
        </p:txBody>
      </p:sp>
      <p:sp>
        <p:nvSpPr>
          <p:cNvPr id="2339" name="TextBox 18"/>
          <p:cNvSpPr txBox="1"/>
          <p:nvPr/>
        </p:nvSpPr>
        <p:spPr>
          <a:xfrm>
            <a:off x="5330952" y="1097280"/>
            <a:ext cx="109729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▶</a:t>
            </a:r>
          </a:p>
        </p:txBody>
      </p:sp>
      <p:sp>
        <p:nvSpPr>
          <p:cNvPr id="2340" name="Rectangle 19"/>
          <p:cNvSpPr/>
          <p:nvPr/>
        </p:nvSpPr>
        <p:spPr>
          <a:xfrm>
            <a:off x="5449823" y="594359"/>
            <a:ext cx="1664208" cy="1737362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41" name="TextBox 20"/>
          <p:cNvSpPr txBox="1"/>
          <p:nvPr/>
        </p:nvSpPr>
        <p:spPr>
          <a:xfrm>
            <a:off x="5586984" y="640080"/>
            <a:ext cx="1435609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🦴</a:t>
            </a:r>
          </a:p>
        </p:txBody>
      </p:sp>
      <p:sp>
        <p:nvSpPr>
          <p:cNvPr id="2342" name="TextBox 21"/>
          <p:cNvSpPr txBox="1"/>
          <p:nvPr/>
        </p:nvSpPr>
        <p:spPr>
          <a:xfrm>
            <a:off x="5586984" y="960119"/>
            <a:ext cx="1435609" cy="4793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Rig +</a:t>
            </a:r>
            <a:br/>
            <a:r>
              <a:rPr b="0"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Animate</a:t>
            </a:r>
          </a:p>
        </p:txBody>
      </p:sp>
      <p:sp>
        <p:nvSpPr>
          <p:cNvPr id="2343" name="TextBox 22"/>
          <p:cNvSpPr txBox="1"/>
          <p:nvPr/>
        </p:nvSpPr>
        <p:spPr>
          <a:xfrm>
            <a:off x="5586984" y="1508760"/>
            <a:ext cx="1435609" cy="6317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9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blender_virtual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_csv_to_fbx.py</a:t>
            </a:r>
            <a:b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</a:br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Mixamo skeleton</a:t>
            </a:r>
          </a:p>
        </p:txBody>
      </p:sp>
      <p:sp>
        <p:nvSpPr>
          <p:cNvPr id="2344" name="TextBox 23"/>
          <p:cNvSpPr txBox="1"/>
          <p:nvPr/>
        </p:nvSpPr>
        <p:spPr>
          <a:xfrm>
            <a:off x="7086600" y="1097280"/>
            <a:ext cx="109729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▶</a:t>
            </a:r>
          </a:p>
        </p:txBody>
      </p:sp>
      <p:sp>
        <p:nvSpPr>
          <p:cNvPr id="2345" name="Rectangle 24"/>
          <p:cNvSpPr/>
          <p:nvPr/>
        </p:nvSpPr>
        <p:spPr>
          <a:xfrm>
            <a:off x="7205471" y="594359"/>
            <a:ext cx="1664208" cy="1737362"/>
          </a:xfrm>
          <a:prstGeom prst="rect">
            <a:avLst/>
          </a:prstGeom>
          <a:solidFill>
            <a:srgbClr val="0097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46" name="TextBox 25"/>
          <p:cNvSpPr txBox="1"/>
          <p:nvPr/>
        </p:nvSpPr>
        <p:spPr>
          <a:xfrm>
            <a:off x="7342631" y="640080"/>
            <a:ext cx="1435610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🎮</a:t>
            </a:r>
          </a:p>
        </p:txBody>
      </p:sp>
      <p:sp>
        <p:nvSpPr>
          <p:cNvPr id="2347" name="TextBox 26"/>
          <p:cNvSpPr txBox="1"/>
          <p:nvPr/>
        </p:nvSpPr>
        <p:spPr>
          <a:xfrm>
            <a:off x="7342631" y="960119"/>
            <a:ext cx="1435610" cy="4793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FBX</a:t>
            </a:r>
            <a:br/>
            <a:r>
              <a:rPr b="0"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→ UE5</a:t>
            </a:r>
          </a:p>
        </p:txBody>
      </p:sp>
      <p:sp>
        <p:nvSpPr>
          <p:cNvPr id="2348" name="TextBox 27"/>
          <p:cNvSpPr txBox="1"/>
          <p:nvPr/>
        </p:nvSpPr>
        <p:spPr>
          <a:xfrm>
            <a:off x="7342631" y="1508760"/>
            <a:ext cx="1435610" cy="6317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9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Retarget to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Mannequin /</a:t>
            </a:r>
            <a:b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</a:br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MetaHuman</a:t>
            </a:r>
          </a:p>
        </p:txBody>
      </p:sp>
      <p:sp>
        <p:nvSpPr>
          <p:cNvPr id="2349" name="Rectangle 28"/>
          <p:cNvSpPr/>
          <p:nvPr/>
        </p:nvSpPr>
        <p:spPr>
          <a:xfrm>
            <a:off x="182879" y="2514600"/>
            <a:ext cx="8778242" cy="45720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50" name="TextBox 29"/>
          <p:cNvSpPr txBox="1"/>
          <p:nvPr/>
        </p:nvSpPr>
        <p:spPr>
          <a:xfrm>
            <a:off x="365760" y="2578607"/>
            <a:ext cx="850392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Real clinical data included: t7updated2_1111111_2022_01_03_barewalk1.c3d  (ASU biomechanics lab gait session)</a:t>
            </a:r>
          </a:p>
        </p:txBody>
      </p:sp>
      <p:sp>
        <p:nvSpPr>
          <p:cNvPr id="2351" name="Rectangle 30"/>
          <p:cNvSpPr/>
          <p:nvPr/>
        </p:nvSpPr>
        <p:spPr>
          <a:xfrm>
            <a:off x="182879" y="3108960"/>
            <a:ext cx="8778242" cy="548641"/>
          </a:xfrm>
          <a:prstGeom prst="rect">
            <a:avLst/>
          </a:prstGeom>
          <a:solidFill>
            <a:srgbClr val="FFF3D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52" name="TextBox 31"/>
          <p:cNvSpPr txBox="1"/>
          <p:nvPr/>
        </p:nvSpPr>
        <p:spPr>
          <a:xfrm>
            <a:off x="365760" y="3172967"/>
            <a:ext cx="850392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Key innovation: Mixamo-named skeleton → drops into UE5 / Unity retargeting with ZERO manual rigging</a:t>
            </a:r>
          </a:p>
        </p:txBody>
      </p:sp>
      <p:sp>
        <p:nvSpPr>
          <p:cNvPr id="2353" name="TextBox 33"/>
          <p:cNvSpPr txBox="1"/>
          <p:nvPr/>
        </p:nvSpPr>
        <p:spPr>
          <a:xfrm>
            <a:off x="228599" y="4919471"/>
            <a:ext cx="502643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i="1" sz="800">
                <a:solidFill>
                  <a:srgbClr val="747474"/>
                </a:solidFill>
              </a:defRPr>
            </a:lvl1pPr>
          </a:lstStyle>
          <a:p>
            <a:pPr/>
            <a:r>
              <a:t>Vicon Nexus 3D viewport — full-body skeleton reconstruction with force plates active (ASU biomechanics lab)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" name="Rectangle 1"/>
          <p:cNvSpPr/>
          <p:nvPr/>
        </p:nvSpPr>
        <p:spPr>
          <a:xfrm>
            <a:off x="0" y="-1"/>
            <a:ext cx="9144000" cy="50292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56" name="Rectangle 2"/>
          <p:cNvSpPr/>
          <p:nvPr/>
        </p:nvSpPr>
        <p:spPr>
          <a:xfrm>
            <a:off x="0" y="5070347"/>
            <a:ext cx="9144000" cy="7315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57" name="TextBox 3"/>
          <p:cNvSpPr txBox="1"/>
          <p:nvPr/>
        </p:nvSpPr>
        <p:spPr>
          <a:xfrm>
            <a:off x="320040" y="73152"/>
            <a:ext cx="813816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CODE SPOTLIGHT 1 — inspect_c3d.py</a:t>
            </a:r>
          </a:p>
        </p:txBody>
      </p:sp>
      <p:sp>
        <p:nvSpPr>
          <p:cNvPr id="2358" name="TextBox 4"/>
          <p:cNvSpPr txBox="1"/>
          <p:nvPr/>
        </p:nvSpPr>
        <p:spPr>
          <a:xfrm>
            <a:off x="6629400" y="109727"/>
            <a:ext cx="228600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0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Lab-agnostic label discovery</a:t>
            </a:r>
          </a:p>
        </p:txBody>
      </p:sp>
      <p:sp>
        <p:nvSpPr>
          <p:cNvPr id="2359" name="TextBox 5"/>
          <p:cNvSpPr txBox="1"/>
          <p:nvPr/>
        </p:nvSpPr>
        <p:spPr>
          <a:xfrm>
            <a:off x="320040" y="594359"/>
            <a:ext cx="859536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Problem: Every mocap lab names markers differently. Vicon uses LSHO; another lab uses LeftShoulder. This tool auto-discovers what's usable.</a:t>
            </a:r>
          </a:p>
        </p:txBody>
      </p:sp>
      <p:sp>
        <p:nvSpPr>
          <p:cNvPr id="2360" name="Rectangle 6"/>
          <p:cNvSpPr/>
          <p:nvPr/>
        </p:nvSpPr>
        <p:spPr>
          <a:xfrm>
            <a:off x="274320" y="960119"/>
            <a:ext cx="5029201" cy="3200401"/>
          </a:xfrm>
          <a:prstGeom prst="rect">
            <a:avLst/>
          </a:prstGeom>
          <a:solidFill>
            <a:srgbClr val="1A1A2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61" name="TextBox 7"/>
          <p:cNvSpPr txBox="1"/>
          <p:nvPr/>
        </p:nvSpPr>
        <p:spPr>
          <a:xfrm>
            <a:off x="347471" y="1033271"/>
            <a:ext cx="4882898" cy="3084487"/>
          </a:xfrm>
          <a:prstGeom prst="rect">
            <a:avLst/>
          </a:prstGeom>
          <a:solidFill>
            <a:srgbClr val="1A1A2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64D2FF"/>
                </a:solidFill>
              </a:defRPr>
            </a:pPr>
            <a:r>
              <a:t># Load C3D binary via ezc3d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c3d = ezc3d.c3d(path)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point_labels = c3d['parameters']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      ['POINT']['LABELS']['value']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sz="1000">
                <a:solidFill>
                  <a:srgbClr val="64D2FF"/>
                </a:solidFill>
              </a:defRPr>
            </a:pPr>
            <a:r>
              <a:t># Fuzzy-match upper body markers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upper_keywords = [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chemeClr val="accent1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"C7","CLAV","SHO","ELB","WRI",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chemeClr val="accent1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"HEAD","FHEA","V_","JC"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]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sz="1000">
                <a:solidFill>
                  <a:srgbClr val="64D2FF"/>
                </a:solidFill>
              </a:defRPr>
            </a:pPr>
            <a:r>
              <a:t># Smart filter: exclude lower-body false hits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lower_only = ['KNEE','ANKLE','TOE']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sz="1000">
                <a:solidFill>
                  <a:srgbClr val="64D2FF"/>
                </a:solidFill>
              </a:defRPr>
            </a:pPr>
            <a:r>
              <a:t># Output: spec list for downstream scripts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chemeClr val="accent1"/>
                </a:solidFill>
              </a:defRPr>
            </a:pPr>
            <a:r>
              <a:t># Example: ('LSHO', ['LSHO'], None),</a:t>
            </a:r>
          </a:p>
        </p:txBody>
      </p:sp>
      <p:sp>
        <p:nvSpPr>
          <p:cNvPr id="2362" name="Rectangle 8"/>
          <p:cNvSpPr/>
          <p:nvPr/>
        </p:nvSpPr>
        <p:spPr>
          <a:xfrm>
            <a:off x="5486400" y="960119"/>
            <a:ext cx="3383280" cy="3200401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363" name="Picture 9" descr="Picture 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2120" y="2926079"/>
            <a:ext cx="3337560" cy="1737361"/>
          </a:xfrm>
          <a:prstGeom prst="rect">
            <a:avLst/>
          </a:prstGeom>
          <a:ln w="12700">
            <a:miter lim="400000"/>
          </a:ln>
        </p:spPr>
      </p:pic>
      <p:sp>
        <p:nvSpPr>
          <p:cNvPr id="2364" name="TextBox 10"/>
          <p:cNvSpPr txBox="1"/>
          <p:nvPr/>
        </p:nvSpPr>
        <p:spPr>
          <a:xfrm>
            <a:off x="5577840" y="4709159"/>
            <a:ext cx="2331800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i="1" sz="800">
                <a:solidFill>
                  <a:srgbClr val="747474"/>
                </a:solidFill>
              </a:defRPr>
            </a:lvl1pPr>
          </a:lstStyle>
          <a:p>
            <a:pPr/>
            <a:r>
              <a:t>68 markers reconstructed (60 physical + 8 virtual)</a:t>
            </a:r>
          </a:p>
        </p:txBody>
      </p:sp>
      <p:pic>
        <p:nvPicPr>
          <p:cNvPr id="2365" name="Picture 11" descr="Picture 1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576970" y="1001094"/>
            <a:ext cx="3288717" cy="187926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7" name="Rectangle 1"/>
          <p:cNvSpPr/>
          <p:nvPr/>
        </p:nvSpPr>
        <p:spPr>
          <a:xfrm>
            <a:off x="0" y="-1"/>
            <a:ext cx="9144000" cy="50292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68" name="Rectangle 2"/>
          <p:cNvSpPr/>
          <p:nvPr/>
        </p:nvSpPr>
        <p:spPr>
          <a:xfrm>
            <a:off x="0" y="5070347"/>
            <a:ext cx="9144000" cy="7315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69" name="TextBox 3"/>
          <p:cNvSpPr txBox="1"/>
          <p:nvPr/>
        </p:nvSpPr>
        <p:spPr>
          <a:xfrm>
            <a:off x="320040" y="73152"/>
            <a:ext cx="813816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CODE SPOTLIGHT 2 — Quaternion Solver</a:t>
            </a:r>
          </a:p>
        </p:txBody>
      </p:sp>
      <p:sp>
        <p:nvSpPr>
          <p:cNvPr id="2370" name="TextBox 4"/>
          <p:cNvSpPr txBox="1"/>
          <p:nvPr/>
        </p:nvSpPr>
        <p:spPr>
          <a:xfrm>
            <a:off x="6629400" y="109727"/>
            <a:ext cx="228600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0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solve_csv_to_ue_rigjson.py</a:t>
            </a:r>
          </a:p>
        </p:txBody>
      </p:sp>
      <p:sp>
        <p:nvSpPr>
          <p:cNvPr id="2371" name="TextBox 5"/>
          <p:cNvSpPr txBox="1"/>
          <p:nvPr/>
        </p:nvSpPr>
        <p:spPr>
          <a:xfrm>
            <a:off x="320040" y="594359"/>
            <a:ext cx="859536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Converts marker positions → 23-joint rotations using forward kinematics, hemisphere continuity, and delta quaternions</a:t>
            </a:r>
          </a:p>
        </p:txBody>
      </p:sp>
      <p:sp>
        <p:nvSpPr>
          <p:cNvPr id="2372" name="Rectangle 6"/>
          <p:cNvSpPr/>
          <p:nvPr/>
        </p:nvSpPr>
        <p:spPr>
          <a:xfrm>
            <a:off x="274320" y="960119"/>
            <a:ext cx="5029201" cy="3474722"/>
          </a:xfrm>
          <a:prstGeom prst="rect">
            <a:avLst/>
          </a:prstGeom>
          <a:solidFill>
            <a:srgbClr val="1A1A2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3" name="TextBox 7"/>
          <p:cNvSpPr txBox="1"/>
          <p:nvPr/>
        </p:nvSpPr>
        <p:spPr>
          <a:xfrm>
            <a:off x="347471" y="1033271"/>
            <a:ext cx="4882898" cy="3202941"/>
          </a:xfrm>
          <a:prstGeom prst="rect">
            <a:avLst/>
          </a:prstGeom>
          <a:solidFill>
            <a:srgbClr val="1A1A2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64D2FF"/>
                </a:solidFill>
              </a:defRPr>
            </a:pPr>
            <a:r>
              <a:t># Build rotation from aim + roll pole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frame_from_aim_pole(aim, pole):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y = norm(aim)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z = pole - dot(pole,y)*y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x = norm(cross(y, z))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return stack([x,y,z], axis=1)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sz="1000">
                <a:solidFill>
                  <a:srgbClr val="64D2FF"/>
                </a:solidFill>
              </a:defRPr>
            </a:pPr>
            <a:r>
              <a:t># CRITICAL: Prevent 180° flip artifacts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pole_continuous(pole, prev):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if dot(pole, prev) &lt; 0.0: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chemeClr val="accent1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return -pole  # flip fix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return pole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sz="1000">
                <a:solidFill>
                  <a:srgbClr val="64D2FF"/>
                </a:solidFill>
              </a:defRPr>
            </a:pPr>
            <a:r>
              <a:t># Delta relative to REST pose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chemeClr val="accent1"/>
                </a:solidFill>
              </a:defRPr>
            </a:pPr>
            <a:r>
              <a:t># Prevents double-rotation in Blender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delta = mul_quat(inv_quat(rest),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         local_quat[f])</a:t>
            </a:r>
          </a:p>
        </p:txBody>
      </p:sp>
      <p:sp>
        <p:nvSpPr>
          <p:cNvPr id="2374" name="Rectangle 8"/>
          <p:cNvSpPr/>
          <p:nvPr/>
        </p:nvSpPr>
        <p:spPr>
          <a:xfrm>
            <a:off x="5486400" y="960119"/>
            <a:ext cx="3383280" cy="3474722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5" name="TextBox 9"/>
          <p:cNvSpPr txBox="1"/>
          <p:nvPr/>
        </p:nvSpPr>
        <p:spPr>
          <a:xfrm>
            <a:off x="5605271" y="1078992"/>
            <a:ext cx="3191257" cy="3211907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300"/>
              </a:spcBef>
              <a:defRPr b="1" sz="1200">
                <a:solidFill>
                  <a:schemeClr val="accent2"/>
                </a:solidFill>
              </a:defRPr>
            </a:pPr>
            <a:r>
              <a:t>3 HARD PROBLEMS SOLVED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b="1" sz="1100">
                <a:solidFill>
                  <a:srgbClr val="0097A7"/>
                </a:solidFill>
              </a:defRPr>
            </a:pPr>
            <a:r>
              <a:t>① Quaternion flips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Mocap noise causes 180° sign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flips — hemisphere continuity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check eliminates popping.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b="1" sz="1100">
                <a:solidFill>
                  <a:srgbClr val="0097A7"/>
                </a:solidFill>
              </a:defRPr>
            </a:pPr>
            <a:r>
              <a:t>② Double rotation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Delta quats relative to rest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pose prevent error accumulation.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b="1" sz="1100">
                <a:solidFill>
                  <a:srgbClr val="0097A7"/>
                </a:solidFill>
              </a:defRPr>
            </a:pPr>
            <a:r>
              <a:t>③ Torso listing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Global correction matrix at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calibration frame removes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constant lean/drift.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7" name="Rectangle 1"/>
          <p:cNvSpPr/>
          <p:nvPr/>
        </p:nvSpPr>
        <p:spPr>
          <a:xfrm>
            <a:off x="0" y="-1"/>
            <a:ext cx="9144000" cy="50292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8" name="Rectangle 2"/>
          <p:cNvSpPr/>
          <p:nvPr/>
        </p:nvSpPr>
        <p:spPr>
          <a:xfrm>
            <a:off x="0" y="5070347"/>
            <a:ext cx="9144000" cy="7315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9" name="TextBox 3"/>
          <p:cNvSpPr txBox="1"/>
          <p:nvPr/>
        </p:nvSpPr>
        <p:spPr>
          <a:xfrm>
            <a:off x="320040" y="73152"/>
            <a:ext cx="813816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CODE SPOTLIGHT 3 — Skeletal Rigging</a:t>
            </a:r>
          </a:p>
        </p:txBody>
      </p:sp>
      <p:sp>
        <p:nvSpPr>
          <p:cNvPr id="2380" name="TextBox 4"/>
          <p:cNvSpPr txBox="1"/>
          <p:nvPr/>
        </p:nvSpPr>
        <p:spPr>
          <a:xfrm>
            <a:off x="6446519" y="109727"/>
            <a:ext cx="246888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0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blender_virtual_csv_legs_to_fbx.py</a:t>
            </a:r>
          </a:p>
        </p:txBody>
      </p:sp>
      <p:sp>
        <p:nvSpPr>
          <p:cNvPr id="2381" name="TextBox 5"/>
          <p:cNvSpPr txBox="1"/>
          <p:nvPr/>
        </p:nvSpPr>
        <p:spPr>
          <a:xfrm>
            <a:off x="320040" y="594359"/>
            <a:ext cx="859536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Auto-builds patient-specific Mixamo skeleton from real bone measurements, smooth warm-up blend from T-pose to motion</a:t>
            </a:r>
          </a:p>
        </p:txBody>
      </p:sp>
      <p:sp>
        <p:nvSpPr>
          <p:cNvPr id="2382" name="Rectangle 6"/>
          <p:cNvSpPr/>
          <p:nvPr/>
        </p:nvSpPr>
        <p:spPr>
          <a:xfrm>
            <a:off x="274320" y="960119"/>
            <a:ext cx="5029201" cy="3474722"/>
          </a:xfrm>
          <a:prstGeom prst="rect">
            <a:avLst/>
          </a:prstGeom>
          <a:solidFill>
            <a:srgbClr val="1A1A2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3" name="TextBox 7"/>
          <p:cNvSpPr txBox="1"/>
          <p:nvPr/>
        </p:nvSpPr>
        <p:spPr>
          <a:xfrm>
            <a:off x="347471" y="1033271"/>
            <a:ext cx="4882898" cy="3025141"/>
          </a:xfrm>
          <a:prstGeom prst="rect">
            <a:avLst/>
          </a:prstGeom>
          <a:solidFill>
            <a:srgbClr val="1A1A2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64D2FF"/>
                </a:solidFill>
              </a:defRPr>
            </a:pPr>
            <a:r>
              <a:t># Measure REAL bone lengths from data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thigh_l = (fr0['VLHI']-fr0['VLKN']).length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calf_l  = (fr0['VLKN']-fr0['VLAN']).length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sz="1000">
                <a:solidFill>
                  <a:srgbClr val="64D2FF"/>
                </a:solidFill>
              </a:defRPr>
            </a:pPr>
            <a:r>
              <a:t># Build T-pose with Mixamo names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chemeClr val="accent1"/>
                </a:solidFill>
              </a:defRPr>
            </a:pPr>
            <a:r>
              <a:t># (UE5 retarget works immediately)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add_bone("mixamorig:LeftUpLeg",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lhip, lhip+Vector((0,0,-thigh_l)),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parent="mixamorig:Hips")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sz="1000">
                <a:solidFill>
                  <a:srgbClr val="64D2FF"/>
                </a:solidFill>
              </a:defRPr>
            </a:pPr>
            <a:r>
              <a:t># Warm-up blend: T-pose → stable motion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chemeClr val="accent1"/>
                </a:solidFill>
              </a:defRPr>
            </a:pPr>
            <a:r>
              <a:t># 24 frames @ 120fps = 0.2s smooth entry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for i in range(WARMUP_BLEND_FRAMES):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t = i / float(WARMUP_BLEND_FRAMES)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pb.rotation_quaternion =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q0.slerp(target_rot, t)</a:t>
            </a:r>
          </a:p>
        </p:txBody>
      </p:sp>
      <p:sp>
        <p:nvSpPr>
          <p:cNvPr id="2384" name="Rectangle 8"/>
          <p:cNvSpPr/>
          <p:nvPr/>
        </p:nvSpPr>
        <p:spPr>
          <a:xfrm>
            <a:off x="5486400" y="960119"/>
            <a:ext cx="3383280" cy="3474722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5" name="TextBox 9"/>
          <p:cNvSpPr txBox="1"/>
          <p:nvPr/>
        </p:nvSpPr>
        <p:spPr>
          <a:xfrm>
            <a:off x="5605271" y="1078992"/>
            <a:ext cx="3191257" cy="2805086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300"/>
              </a:spcBef>
              <a:defRPr b="1" sz="1200">
                <a:solidFill>
                  <a:schemeClr val="accent2"/>
                </a:solidFill>
              </a:defRPr>
            </a:pPr>
            <a:r>
              <a:t>ENGINEERING DECISIONS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b="1" sz="1100">
                <a:solidFill>
                  <a:srgbClr val="0097A7"/>
                </a:solidFill>
              </a:defRPr>
            </a:pPr>
            <a:r>
              <a:t>Patient-specific sizing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Bones measured from each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patient's actual data — not a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generic template skeleton.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b="1" sz="1100">
                <a:solidFill>
                  <a:srgbClr val="0097A7"/>
                </a:solidFill>
              </a:defRPr>
            </a:pPr>
            <a:r>
              <a:t>Mixamo naming = free retarget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Works with UE5 Mannequin,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MetaHuman, any Mixamo char.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>
                <a:solidFill>
                  <a:srgbClr val="000000"/>
                </a:solidFill>
              </a:defRPr>
            </a:pPr>
          </a:p>
          <a:p>
            <a:pPr>
              <a:spcBef>
                <a:spcPts val="300"/>
              </a:spcBef>
              <a:defRPr b="1" sz="1100">
                <a:solidFill>
                  <a:srgbClr val="0097A7"/>
                </a:solidFill>
              </a:defRPr>
            </a:pPr>
            <a:r>
              <a:t>24-frame warm-up blend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Smooth T-pose → motion entry.</a:t>
            </a:r>
            <a:endParaRPr>
              <a:solidFill>
                <a:srgbClr val="000000"/>
              </a:solidFill>
            </a:endParaRPr>
          </a:p>
          <a:p>
            <a:pPr>
              <a:spcBef>
                <a:spcPts val="300"/>
              </a:spcBef>
              <a:defRPr sz="1000"/>
            </a:pPr>
            <a:r>
              <a:t>No jarring first-frame artifacts.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7" name="Rectangle 1"/>
          <p:cNvSpPr/>
          <p:nvPr/>
        </p:nvSpPr>
        <p:spPr>
          <a:xfrm>
            <a:off x="0" y="-1"/>
            <a:ext cx="9144000" cy="502921"/>
          </a:xfrm>
          <a:prstGeom prst="rect">
            <a:avLst/>
          </a:prstGeom>
          <a:solidFill>
            <a:srgbClr val="0097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8" name="Rectangle 2"/>
          <p:cNvSpPr/>
          <p:nvPr/>
        </p:nvSpPr>
        <p:spPr>
          <a:xfrm>
            <a:off x="0" y="5070347"/>
            <a:ext cx="9144000" cy="7315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9" name="TextBox 3"/>
          <p:cNvSpPr txBox="1"/>
          <p:nvPr/>
        </p:nvSpPr>
        <p:spPr>
          <a:xfrm>
            <a:off x="320040" y="73152"/>
            <a:ext cx="813816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LIVE DEMO — No Motion Capture Hardware Required</a:t>
            </a:r>
          </a:p>
        </p:txBody>
      </p:sp>
      <p:sp>
        <p:nvSpPr>
          <p:cNvPr id="2390" name="Rectangle 4"/>
          <p:cNvSpPr/>
          <p:nvPr/>
        </p:nvSpPr>
        <p:spPr>
          <a:xfrm>
            <a:off x="182879" y="640079"/>
            <a:ext cx="1554482" cy="4023361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1" name="Rectangle 5"/>
          <p:cNvSpPr/>
          <p:nvPr/>
        </p:nvSpPr>
        <p:spPr>
          <a:xfrm>
            <a:off x="182879" y="640080"/>
            <a:ext cx="1554482" cy="41148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2" name="TextBox 6"/>
          <p:cNvSpPr txBox="1"/>
          <p:nvPr/>
        </p:nvSpPr>
        <p:spPr>
          <a:xfrm>
            <a:off x="274320" y="694944"/>
            <a:ext cx="1371599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STEP 1</a:t>
            </a:r>
          </a:p>
        </p:txBody>
      </p:sp>
      <p:sp>
        <p:nvSpPr>
          <p:cNvPr id="2393" name="TextBox 7"/>
          <p:cNvSpPr txBox="1"/>
          <p:nvPr/>
        </p:nvSpPr>
        <p:spPr>
          <a:xfrm>
            <a:off x="274320" y="1115567"/>
            <a:ext cx="1371599" cy="390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Open Real Clinical Data</a:t>
            </a:r>
          </a:p>
        </p:txBody>
      </p:sp>
      <p:sp>
        <p:nvSpPr>
          <p:cNvPr id="2394" name="TextBox 8"/>
          <p:cNvSpPr txBox="1"/>
          <p:nvPr/>
        </p:nvSpPr>
        <p:spPr>
          <a:xfrm>
            <a:off x="274320" y="1554479"/>
            <a:ext cx="1371599" cy="131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9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Load barewalk1.c3d — actual ASU patient gait session.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Real markers, real kinematics, real clinical context.</a:t>
            </a:r>
          </a:p>
        </p:txBody>
      </p:sp>
      <p:sp>
        <p:nvSpPr>
          <p:cNvPr id="2395" name="TextBox 9"/>
          <p:cNvSpPr txBox="1"/>
          <p:nvPr/>
        </p:nvSpPr>
        <p:spPr>
          <a:xfrm>
            <a:off x="274320" y="2926079"/>
            <a:ext cx="1371599" cy="428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i="1" sz="9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[ Nexus / UE5</a:t>
            </a:r>
            <a:br/>
            <a:r>
              <a:rPr i="0"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screenshot ]</a:t>
            </a:r>
          </a:p>
        </p:txBody>
      </p:sp>
      <p:sp>
        <p:nvSpPr>
          <p:cNvPr id="2396" name="Rectangle 10"/>
          <p:cNvSpPr/>
          <p:nvPr/>
        </p:nvSpPr>
        <p:spPr>
          <a:xfrm>
            <a:off x="1874518" y="640079"/>
            <a:ext cx="1554481" cy="4023361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7" name="Rectangle 11"/>
          <p:cNvSpPr/>
          <p:nvPr/>
        </p:nvSpPr>
        <p:spPr>
          <a:xfrm>
            <a:off x="1874518" y="640080"/>
            <a:ext cx="1554481" cy="411481"/>
          </a:xfrm>
          <a:prstGeom prst="rect">
            <a:avLst/>
          </a:prstGeom>
          <a:solidFill>
            <a:srgbClr val="0097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8" name="TextBox 12"/>
          <p:cNvSpPr txBox="1"/>
          <p:nvPr/>
        </p:nvSpPr>
        <p:spPr>
          <a:xfrm>
            <a:off x="1965958" y="694944"/>
            <a:ext cx="1371600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STEP 2</a:t>
            </a:r>
          </a:p>
        </p:txBody>
      </p:sp>
      <p:sp>
        <p:nvSpPr>
          <p:cNvPr id="2399" name="TextBox 13"/>
          <p:cNvSpPr txBox="1"/>
          <p:nvPr/>
        </p:nvSpPr>
        <p:spPr>
          <a:xfrm>
            <a:off x="1965958" y="1115567"/>
            <a:ext cx="137160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Run Pipeline Live</a:t>
            </a:r>
          </a:p>
        </p:txBody>
      </p:sp>
      <p:sp>
        <p:nvSpPr>
          <p:cNvPr id="2400" name="TextBox 14"/>
          <p:cNvSpPr txBox="1"/>
          <p:nvPr/>
        </p:nvSpPr>
        <p:spPr>
          <a:xfrm>
            <a:off x="1965958" y="1554479"/>
            <a:ext cx="1371600" cy="974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9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python inspect_c3d.py → auto-discovers markers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Convert to virtual_joints.csv in real time.</a:t>
            </a:r>
          </a:p>
        </p:txBody>
      </p:sp>
      <p:sp>
        <p:nvSpPr>
          <p:cNvPr id="2401" name="TextBox 15"/>
          <p:cNvSpPr txBox="1"/>
          <p:nvPr/>
        </p:nvSpPr>
        <p:spPr>
          <a:xfrm>
            <a:off x="1965958" y="2926079"/>
            <a:ext cx="1371600" cy="428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i="1" sz="9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[ Nexus / UE5</a:t>
            </a:r>
            <a:br/>
            <a:r>
              <a:rPr i="0"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screenshot ]</a:t>
            </a:r>
          </a:p>
        </p:txBody>
      </p:sp>
      <p:sp>
        <p:nvSpPr>
          <p:cNvPr id="2402" name="Rectangle 16"/>
          <p:cNvSpPr/>
          <p:nvPr/>
        </p:nvSpPr>
        <p:spPr>
          <a:xfrm>
            <a:off x="3566159" y="640079"/>
            <a:ext cx="1554481" cy="4023361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03" name="Rectangle 17"/>
          <p:cNvSpPr/>
          <p:nvPr/>
        </p:nvSpPr>
        <p:spPr>
          <a:xfrm>
            <a:off x="3566159" y="640080"/>
            <a:ext cx="1554481" cy="41148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04" name="TextBox 18"/>
          <p:cNvSpPr txBox="1"/>
          <p:nvPr/>
        </p:nvSpPr>
        <p:spPr>
          <a:xfrm>
            <a:off x="3657599" y="694944"/>
            <a:ext cx="1371600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STEP 3</a:t>
            </a:r>
          </a:p>
        </p:txBody>
      </p:sp>
      <p:sp>
        <p:nvSpPr>
          <p:cNvPr id="2405" name="TextBox 19"/>
          <p:cNvSpPr txBox="1"/>
          <p:nvPr/>
        </p:nvSpPr>
        <p:spPr>
          <a:xfrm>
            <a:off x="3657599" y="1115567"/>
            <a:ext cx="1371600" cy="390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Blender Headless Export</a:t>
            </a:r>
          </a:p>
        </p:txBody>
      </p:sp>
      <p:sp>
        <p:nvSpPr>
          <p:cNvPr id="2406" name="TextBox 20"/>
          <p:cNvSpPr txBox="1"/>
          <p:nvPr/>
        </p:nvSpPr>
        <p:spPr>
          <a:xfrm>
            <a:off x="3657599" y="1554479"/>
            <a:ext cx="1371600" cy="1177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9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blender --background --python blender_virtual...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FBX exports in under 30 seconds on any laptop.</a:t>
            </a:r>
          </a:p>
        </p:txBody>
      </p:sp>
      <p:sp>
        <p:nvSpPr>
          <p:cNvPr id="2407" name="TextBox 21"/>
          <p:cNvSpPr txBox="1"/>
          <p:nvPr/>
        </p:nvSpPr>
        <p:spPr>
          <a:xfrm>
            <a:off x="3657599" y="2926079"/>
            <a:ext cx="1371600" cy="428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i="1" sz="9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[ Nexus / UE5</a:t>
            </a:r>
            <a:br/>
            <a:r>
              <a:rPr i="0"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screenshot ]</a:t>
            </a:r>
          </a:p>
        </p:txBody>
      </p:sp>
      <p:sp>
        <p:nvSpPr>
          <p:cNvPr id="2408" name="Rectangle 22"/>
          <p:cNvSpPr/>
          <p:nvPr/>
        </p:nvSpPr>
        <p:spPr>
          <a:xfrm>
            <a:off x="5257799" y="640079"/>
            <a:ext cx="1554482" cy="4023361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09" name="Rectangle 23"/>
          <p:cNvSpPr/>
          <p:nvPr/>
        </p:nvSpPr>
        <p:spPr>
          <a:xfrm>
            <a:off x="5257799" y="640080"/>
            <a:ext cx="1554482" cy="411481"/>
          </a:xfrm>
          <a:prstGeom prst="rect">
            <a:avLst/>
          </a:prstGeom>
          <a:solidFill>
            <a:srgbClr val="0097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10" name="TextBox 24"/>
          <p:cNvSpPr txBox="1"/>
          <p:nvPr/>
        </p:nvSpPr>
        <p:spPr>
          <a:xfrm>
            <a:off x="5349240" y="694944"/>
            <a:ext cx="1371600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STEP 4</a:t>
            </a:r>
          </a:p>
        </p:txBody>
      </p:sp>
      <p:sp>
        <p:nvSpPr>
          <p:cNvPr id="2411" name="TextBox 25"/>
          <p:cNvSpPr txBox="1"/>
          <p:nvPr/>
        </p:nvSpPr>
        <p:spPr>
          <a:xfrm>
            <a:off x="5349240" y="1115567"/>
            <a:ext cx="137160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UE5 Viewport</a:t>
            </a:r>
          </a:p>
        </p:txBody>
      </p:sp>
      <p:sp>
        <p:nvSpPr>
          <p:cNvPr id="2412" name="TextBox 26"/>
          <p:cNvSpPr txBox="1"/>
          <p:nvPr/>
        </p:nvSpPr>
        <p:spPr>
          <a:xfrm>
            <a:off x="5349240" y="1554479"/>
            <a:ext cx="1371600" cy="1177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9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Import FBX → retarget to Mannequin → Press Play.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Patient walks across screen. Zero manual rigging.</a:t>
            </a:r>
          </a:p>
        </p:txBody>
      </p:sp>
      <p:sp>
        <p:nvSpPr>
          <p:cNvPr id="2413" name="TextBox 27"/>
          <p:cNvSpPr txBox="1"/>
          <p:nvPr/>
        </p:nvSpPr>
        <p:spPr>
          <a:xfrm>
            <a:off x="5349240" y="2926079"/>
            <a:ext cx="1371600" cy="428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i="1" sz="9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[ Nexus / UE5</a:t>
            </a:r>
            <a:br/>
            <a:r>
              <a:rPr i="0"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screenshot ]</a:t>
            </a:r>
          </a:p>
        </p:txBody>
      </p:sp>
      <p:sp>
        <p:nvSpPr>
          <p:cNvPr id="2414" name="Rectangle 28"/>
          <p:cNvSpPr/>
          <p:nvPr/>
        </p:nvSpPr>
        <p:spPr>
          <a:xfrm>
            <a:off x="6949440" y="640079"/>
            <a:ext cx="1554481" cy="4023361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15" name="Rectangle 29"/>
          <p:cNvSpPr/>
          <p:nvPr/>
        </p:nvSpPr>
        <p:spPr>
          <a:xfrm>
            <a:off x="6949440" y="640080"/>
            <a:ext cx="1554481" cy="41148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16" name="TextBox 30"/>
          <p:cNvSpPr txBox="1"/>
          <p:nvPr/>
        </p:nvSpPr>
        <p:spPr>
          <a:xfrm>
            <a:off x="7040879" y="694944"/>
            <a:ext cx="1371600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STEP 5</a:t>
            </a:r>
          </a:p>
        </p:txBody>
      </p:sp>
      <p:sp>
        <p:nvSpPr>
          <p:cNvPr id="2417" name="TextBox 31"/>
          <p:cNvSpPr txBox="1"/>
          <p:nvPr/>
        </p:nvSpPr>
        <p:spPr>
          <a:xfrm>
            <a:off x="7040879" y="1115567"/>
            <a:ext cx="137160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Gamification Mockup</a:t>
            </a:r>
          </a:p>
        </p:txBody>
      </p:sp>
      <p:sp>
        <p:nvSpPr>
          <p:cNvPr id="2418" name="TextBox 32"/>
          <p:cNvSpPr txBox="1"/>
          <p:nvPr/>
        </p:nvSpPr>
        <p:spPr>
          <a:xfrm>
            <a:off x="7040879" y="1554479"/>
            <a:ext cx="1371600" cy="1381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9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Rep counter, form score, streak system.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Patient sees their own movement pattern, gamified.</a:t>
            </a:r>
          </a:p>
        </p:txBody>
      </p:sp>
      <p:sp>
        <p:nvSpPr>
          <p:cNvPr id="2419" name="TextBox 33"/>
          <p:cNvSpPr txBox="1"/>
          <p:nvPr/>
        </p:nvSpPr>
        <p:spPr>
          <a:xfrm>
            <a:off x="7040879" y="2926079"/>
            <a:ext cx="1371600" cy="428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i="1" sz="9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[ Nexus / UE5</a:t>
            </a:r>
            <a:br/>
            <a:r>
              <a:rPr i="0"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screenshot ]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1" name="Rectangle 1"/>
          <p:cNvSpPr/>
          <p:nvPr/>
        </p:nvSpPr>
        <p:spPr>
          <a:xfrm>
            <a:off x="0" y="-1"/>
            <a:ext cx="9144000" cy="50292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2" name="Rectangle 2"/>
          <p:cNvSpPr/>
          <p:nvPr/>
        </p:nvSpPr>
        <p:spPr>
          <a:xfrm>
            <a:off x="0" y="5070347"/>
            <a:ext cx="9144000" cy="7315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3" name="TextBox 3"/>
          <p:cNvSpPr txBox="1"/>
          <p:nvPr/>
        </p:nvSpPr>
        <p:spPr>
          <a:xfrm>
            <a:off x="320040" y="73152"/>
            <a:ext cx="9052561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MARKET OPPORTUNITY</a:t>
            </a:r>
          </a:p>
        </p:txBody>
      </p:sp>
      <p:sp>
        <p:nvSpPr>
          <p:cNvPr id="2424" name="Rectangle 4"/>
          <p:cNvSpPr/>
          <p:nvPr/>
        </p:nvSpPr>
        <p:spPr>
          <a:xfrm>
            <a:off x="182879" y="640080"/>
            <a:ext cx="2057401" cy="182880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5" name="TextBox 5"/>
          <p:cNvSpPr txBox="1"/>
          <p:nvPr/>
        </p:nvSpPr>
        <p:spPr>
          <a:xfrm>
            <a:off x="320040" y="713231"/>
            <a:ext cx="1828800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3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$45B+</a:t>
            </a:r>
          </a:p>
        </p:txBody>
      </p:sp>
      <p:sp>
        <p:nvSpPr>
          <p:cNvPr id="2426" name="TextBox 6"/>
          <p:cNvSpPr txBox="1"/>
          <p:nvPr/>
        </p:nvSpPr>
        <p:spPr>
          <a:xfrm>
            <a:off x="320040" y="1536191"/>
            <a:ext cx="1828800" cy="453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US Physical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Therapy Market</a:t>
            </a:r>
          </a:p>
        </p:txBody>
      </p:sp>
      <p:sp>
        <p:nvSpPr>
          <p:cNvPr id="2427" name="Rectangle 7"/>
          <p:cNvSpPr/>
          <p:nvPr/>
        </p:nvSpPr>
        <p:spPr>
          <a:xfrm>
            <a:off x="2377439" y="640080"/>
            <a:ext cx="2057401" cy="1828801"/>
          </a:xfrm>
          <a:prstGeom prst="rect">
            <a:avLst/>
          </a:prstGeom>
          <a:solidFill>
            <a:srgbClr val="0097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8" name="TextBox 8"/>
          <p:cNvSpPr txBox="1"/>
          <p:nvPr/>
        </p:nvSpPr>
        <p:spPr>
          <a:xfrm>
            <a:off x="2514599" y="713231"/>
            <a:ext cx="182880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3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50%</a:t>
            </a:r>
          </a:p>
        </p:txBody>
      </p:sp>
      <p:sp>
        <p:nvSpPr>
          <p:cNvPr id="2429" name="TextBox 9"/>
          <p:cNvSpPr txBox="1"/>
          <p:nvPr/>
        </p:nvSpPr>
        <p:spPr>
          <a:xfrm>
            <a:off x="2514599" y="1536191"/>
            <a:ext cx="1828801" cy="453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Compliance Drop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After 2 Weeks</a:t>
            </a:r>
          </a:p>
        </p:txBody>
      </p:sp>
      <p:sp>
        <p:nvSpPr>
          <p:cNvPr id="2430" name="Rectangle 10"/>
          <p:cNvSpPr/>
          <p:nvPr/>
        </p:nvSpPr>
        <p:spPr>
          <a:xfrm>
            <a:off x="4572000" y="640080"/>
            <a:ext cx="2057400" cy="182880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31" name="TextBox 11"/>
          <p:cNvSpPr txBox="1"/>
          <p:nvPr/>
        </p:nvSpPr>
        <p:spPr>
          <a:xfrm>
            <a:off x="4709160" y="713231"/>
            <a:ext cx="182880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3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30–60%</a:t>
            </a:r>
          </a:p>
        </p:txBody>
      </p:sp>
      <p:sp>
        <p:nvSpPr>
          <p:cNvPr id="2432" name="TextBox 12"/>
          <p:cNvSpPr txBox="1"/>
          <p:nvPr/>
        </p:nvSpPr>
        <p:spPr>
          <a:xfrm>
            <a:off x="4709160" y="1536191"/>
            <a:ext cx="1828801" cy="453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Adherence Increase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With Gamification</a:t>
            </a:r>
          </a:p>
        </p:txBody>
      </p:sp>
      <p:sp>
        <p:nvSpPr>
          <p:cNvPr id="2433" name="Rectangle 13"/>
          <p:cNvSpPr/>
          <p:nvPr/>
        </p:nvSpPr>
        <p:spPr>
          <a:xfrm>
            <a:off x="6766559" y="640080"/>
            <a:ext cx="2057401" cy="1828801"/>
          </a:xfrm>
          <a:prstGeom prst="rect">
            <a:avLst/>
          </a:prstGeom>
          <a:solidFill>
            <a:srgbClr val="0097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34" name="TextBox 14"/>
          <p:cNvSpPr txBox="1"/>
          <p:nvPr/>
        </p:nvSpPr>
        <p:spPr>
          <a:xfrm>
            <a:off x="6903719" y="713231"/>
            <a:ext cx="182880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3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$99/mo</a:t>
            </a:r>
          </a:p>
        </p:txBody>
      </p:sp>
      <p:sp>
        <p:nvSpPr>
          <p:cNvPr id="2435" name="TextBox 15"/>
          <p:cNvSpPr txBox="1"/>
          <p:nvPr/>
        </p:nvSpPr>
        <p:spPr>
          <a:xfrm>
            <a:off x="6903719" y="1536191"/>
            <a:ext cx="1828801" cy="657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Target Clinic Price</a:t>
            </a:r>
            <a:br/>
            <a:r>
              <a:rPr sz="14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vs. $100K+ Incumbents</a:t>
            </a:r>
          </a:p>
        </p:txBody>
      </p:sp>
      <p:sp>
        <p:nvSpPr>
          <p:cNvPr id="2436" name="Rectangle 16"/>
          <p:cNvSpPr/>
          <p:nvPr/>
        </p:nvSpPr>
        <p:spPr>
          <a:xfrm>
            <a:off x="182879" y="2651760"/>
            <a:ext cx="8778242" cy="1554481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37" name="TextBox 17"/>
          <p:cNvSpPr txBox="1"/>
          <p:nvPr/>
        </p:nvSpPr>
        <p:spPr>
          <a:xfrm>
            <a:off x="411479" y="2715767"/>
            <a:ext cx="26517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WHY NOW</a:t>
            </a:r>
          </a:p>
        </p:txBody>
      </p:sp>
      <p:sp>
        <p:nvSpPr>
          <p:cNvPr id="2438" name="TextBox 18"/>
          <p:cNvSpPr txBox="1"/>
          <p:nvPr/>
        </p:nvSpPr>
        <p:spPr>
          <a:xfrm>
            <a:off x="411480" y="3090672"/>
            <a:ext cx="8503920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• Consumer VR is mainstream — Apple Vision Pro, Meta Quest 3</a:t>
            </a:r>
          </a:p>
        </p:txBody>
      </p:sp>
      <p:sp>
        <p:nvSpPr>
          <p:cNvPr id="2439" name="TextBox 19"/>
          <p:cNvSpPr txBox="1"/>
          <p:nvPr/>
        </p:nvSpPr>
        <p:spPr>
          <a:xfrm>
            <a:off x="411480" y="3383279"/>
            <a:ext cx="8503920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• Post-COVID telehealth accelerated remote PT adoption</a:t>
            </a:r>
          </a:p>
        </p:txBody>
      </p:sp>
      <p:sp>
        <p:nvSpPr>
          <p:cNvPr id="2440" name="TextBox 20"/>
          <p:cNvSpPr txBox="1"/>
          <p:nvPr/>
        </p:nvSpPr>
        <p:spPr>
          <a:xfrm>
            <a:off x="411480" y="3675886"/>
            <a:ext cx="85039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• UE5 MetaHuman = photorealistic patient avatars, out of the box</a:t>
            </a:r>
          </a:p>
        </p:txBody>
      </p:sp>
      <p:sp>
        <p:nvSpPr>
          <p:cNvPr id="2441" name="TextBox 21"/>
          <p:cNvSpPr txBox="1"/>
          <p:nvPr/>
        </p:nvSpPr>
        <p:spPr>
          <a:xfrm>
            <a:off x="411480" y="3968496"/>
            <a:ext cx="8503920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• AI-driven form analysis is commercially viable at low cost</a:t>
            </a:r>
          </a:p>
        </p:txBody>
      </p:sp>
      <p:sp>
        <p:nvSpPr>
          <p:cNvPr id="2442" name="TextBox 22"/>
          <p:cNvSpPr txBox="1"/>
          <p:nvPr/>
        </p:nvSpPr>
        <p:spPr>
          <a:xfrm>
            <a:off x="228599" y="4668011"/>
            <a:ext cx="8686802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700">
                <a:solidFill>
                  <a:srgbClr val="747474"/>
                </a:solidFill>
              </a:defRPr>
            </a:lvl1pPr>
          </a:lstStyle>
          <a:p>
            <a:pPr/>
            <a:r>
              <a:t>Sources: ¹ IBISWorld, U.S. Physical Therapy Market Report 2024  |  ² Jack et al., Compliance with home exercise programs: A systematic review, Phys Ther 2021  |  ³ Johnson et al., Gamification of rehabilitation improves patient adherence, J Rehab Med 2022  |  ⁴ Competitor pricing: Vicon, Motion Analysis Corp (public pricing tiers)</a:t>
            </a:r>
          </a:p>
        </p:txBody>
      </p:sp>
      <p:sp>
        <p:nvSpPr>
          <p:cNvPr id="2443" name="TextBox 23"/>
          <p:cNvSpPr txBox="1"/>
          <p:nvPr/>
        </p:nvSpPr>
        <p:spPr>
          <a:xfrm>
            <a:off x="2103119" y="658368"/>
            <a:ext cx="146433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¹</a:t>
            </a:r>
          </a:p>
        </p:txBody>
      </p:sp>
      <p:sp>
        <p:nvSpPr>
          <p:cNvPr id="2444" name="TextBox 24"/>
          <p:cNvSpPr txBox="1"/>
          <p:nvPr/>
        </p:nvSpPr>
        <p:spPr>
          <a:xfrm>
            <a:off x="4297679" y="658368"/>
            <a:ext cx="146433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²</a:t>
            </a:r>
          </a:p>
        </p:txBody>
      </p:sp>
      <p:sp>
        <p:nvSpPr>
          <p:cNvPr id="2445" name="TextBox 25"/>
          <p:cNvSpPr txBox="1"/>
          <p:nvPr/>
        </p:nvSpPr>
        <p:spPr>
          <a:xfrm>
            <a:off x="6492240" y="658368"/>
            <a:ext cx="146433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³</a:t>
            </a:r>
          </a:p>
        </p:txBody>
      </p:sp>
      <p:sp>
        <p:nvSpPr>
          <p:cNvPr id="2446" name="TextBox 26"/>
          <p:cNvSpPr txBox="1"/>
          <p:nvPr/>
        </p:nvSpPr>
        <p:spPr>
          <a:xfrm>
            <a:off x="8686800" y="658368"/>
            <a:ext cx="139487" cy="2438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⁴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8" name="Rectangle 1"/>
          <p:cNvSpPr/>
          <p:nvPr/>
        </p:nvSpPr>
        <p:spPr>
          <a:xfrm>
            <a:off x="0" y="-1"/>
            <a:ext cx="9144000" cy="50292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49" name="Rectangle 2"/>
          <p:cNvSpPr/>
          <p:nvPr/>
        </p:nvSpPr>
        <p:spPr>
          <a:xfrm>
            <a:off x="0" y="5070347"/>
            <a:ext cx="9144000" cy="7315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50" name="TextBox 3"/>
          <p:cNvSpPr txBox="1"/>
          <p:nvPr/>
        </p:nvSpPr>
        <p:spPr>
          <a:xfrm>
            <a:off x="320040" y="73152"/>
            <a:ext cx="9052561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DEVELOPMENT ROADMAP</a:t>
            </a:r>
          </a:p>
        </p:txBody>
      </p:sp>
      <p:sp>
        <p:nvSpPr>
          <p:cNvPr id="2451" name="Rectangle 4"/>
          <p:cNvSpPr/>
          <p:nvPr/>
        </p:nvSpPr>
        <p:spPr>
          <a:xfrm>
            <a:off x="182880" y="621791"/>
            <a:ext cx="2816351" cy="4206242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53" name="Rectangle 6"/>
          <p:cNvSpPr/>
          <p:nvPr/>
        </p:nvSpPr>
        <p:spPr>
          <a:xfrm>
            <a:off x="182880" y="1325880"/>
            <a:ext cx="2816351" cy="3657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54" name="TextBox 7"/>
          <p:cNvSpPr txBox="1"/>
          <p:nvPr/>
        </p:nvSpPr>
        <p:spPr>
          <a:xfrm>
            <a:off x="365760" y="1417319"/>
            <a:ext cx="2514600" cy="287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C3D → FBX pipeline (this tool)</a:t>
            </a:r>
          </a:p>
        </p:txBody>
      </p:sp>
      <p:sp>
        <p:nvSpPr>
          <p:cNvPr id="2455" name="TextBox 8"/>
          <p:cNvSpPr txBox="1"/>
          <p:nvPr/>
        </p:nvSpPr>
        <p:spPr>
          <a:xfrm>
            <a:off x="365760" y="2167127"/>
            <a:ext cx="2514600" cy="287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Real-time UE5 skeleton preview</a:t>
            </a:r>
          </a:p>
        </p:txBody>
      </p:sp>
      <p:sp>
        <p:nvSpPr>
          <p:cNvPr id="2456" name="TextBox 9"/>
          <p:cNvSpPr txBox="1"/>
          <p:nvPr/>
        </p:nvSpPr>
        <p:spPr>
          <a:xfrm>
            <a:off x="365760" y="2916935"/>
            <a:ext cx="2514600" cy="287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Rep counter + ROM scoring</a:t>
            </a:r>
          </a:p>
        </p:txBody>
      </p:sp>
      <p:sp>
        <p:nvSpPr>
          <p:cNvPr id="2457" name="TextBox 10"/>
          <p:cNvSpPr txBox="1"/>
          <p:nvPr/>
        </p:nvSpPr>
        <p:spPr>
          <a:xfrm>
            <a:off x="365760" y="3666744"/>
            <a:ext cx="2514600" cy="2878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Single exercise type: gait</a:t>
            </a:r>
          </a:p>
        </p:txBody>
      </p:sp>
      <p:sp>
        <p:nvSpPr>
          <p:cNvPr id="2458" name="Rectangle 11"/>
          <p:cNvSpPr/>
          <p:nvPr/>
        </p:nvSpPr>
        <p:spPr>
          <a:xfrm>
            <a:off x="3108960" y="621791"/>
            <a:ext cx="2816352" cy="4206242"/>
          </a:xfrm>
          <a:prstGeom prst="rect">
            <a:avLst/>
          </a:prstGeom>
          <a:solidFill>
            <a:srgbClr val="0097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59" name="TextBox 12"/>
          <p:cNvSpPr txBox="1"/>
          <p:nvPr/>
        </p:nvSpPr>
        <p:spPr>
          <a:xfrm>
            <a:off x="3291840" y="694944"/>
            <a:ext cx="2514600" cy="580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 b="1" sz="2000"/>
              <a:t>Beta</a:t>
            </a:r>
            <a:br/>
            <a:r>
              <a:rPr b="0" sz="13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8 Weeks</a:t>
            </a:r>
          </a:p>
        </p:txBody>
      </p:sp>
      <p:sp>
        <p:nvSpPr>
          <p:cNvPr id="2460" name="Rectangle 13"/>
          <p:cNvSpPr/>
          <p:nvPr/>
        </p:nvSpPr>
        <p:spPr>
          <a:xfrm>
            <a:off x="3108960" y="1325880"/>
            <a:ext cx="2816352" cy="3657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61" name="TextBox 14"/>
          <p:cNvSpPr txBox="1"/>
          <p:nvPr/>
        </p:nvSpPr>
        <p:spPr>
          <a:xfrm>
            <a:off x="3291840" y="1417319"/>
            <a:ext cx="2514600" cy="287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Multi-subject batch processing</a:t>
            </a:r>
          </a:p>
        </p:txBody>
      </p:sp>
      <p:sp>
        <p:nvSpPr>
          <p:cNvPr id="2462" name="TextBox 15"/>
          <p:cNvSpPr txBox="1"/>
          <p:nvPr/>
        </p:nvSpPr>
        <p:spPr>
          <a:xfrm>
            <a:off x="3291840" y="2167127"/>
            <a:ext cx="2514600" cy="287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Multi-exercise library</a:t>
            </a:r>
          </a:p>
        </p:txBody>
      </p:sp>
      <p:sp>
        <p:nvSpPr>
          <p:cNvPr id="2463" name="TextBox 16"/>
          <p:cNvSpPr txBox="1"/>
          <p:nvPr/>
        </p:nvSpPr>
        <p:spPr>
          <a:xfrm>
            <a:off x="3291840" y="2916935"/>
            <a:ext cx="2514600" cy="287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Patient progress dashboard</a:t>
            </a:r>
          </a:p>
        </p:txBody>
      </p:sp>
      <p:sp>
        <p:nvSpPr>
          <p:cNvPr id="2464" name="TextBox 17"/>
          <p:cNvSpPr txBox="1"/>
          <p:nvPr/>
        </p:nvSpPr>
        <p:spPr>
          <a:xfrm>
            <a:off x="3291840" y="3666744"/>
            <a:ext cx="2514600" cy="2878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Real-time gait deviation alerts</a:t>
            </a:r>
          </a:p>
        </p:txBody>
      </p:sp>
      <p:sp>
        <p:nvSpPr>
          <p:cNvPr id="2465" name="Rectangle 18"/>
          <p:cNvSpPr/>
          <p:nvPr/>
        </p:nvSpPr>
        <p:spPr>
          <a:xfrm>
            <a:off x="6035040" y="621791"/>
            <a:ext cx="2816352" cy="4206242"/>
          </a:xfrm>
          <a:prstGeom prst="rect">
            <a:avLst/>
          </a:prstGeom>
          <a:solidFill>
            <a:schemeClr val="accent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66" name="TextBox 19"/>
          <p:cNvSpPr txBox="1"/>
          <p:nvPr/>
        </p:nvSpPr>
        <p:spPr>
          <a:xfrm>
            <a:off x="6217920" y="694944"/>
            <a:ext cx="2514599" cy="580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 b="1" sz="2000"/>
              <a:t>V1.0</a:t>
            </a:r>
            <a:br/>
            <a:r>
              <a:rPr b="0" sz="1300">
                <a:solidFill>
                  <a:srgbClr val="000000"/>
                </a:solidFill>
                <a:latin typeface="+mj-lt"/>
                <a:ea typeface="+mj-ea"/>
                <a:cs typeface="+mj-cs"/>
                <a:sym typeface="Arial"/>
              </a:rPr>
              <a:t>12 Weeks</a:t>
            </a:r>
          </a:p>
        </p:txBody>
      </p:sp>
      <p:sp>
        <p:nvSpPr>
          <p:cNvPr id="2467" name="Rectangle 20"/>
          <p:cNvSpPr/>
          <p:nvPr/>
        </p:nvSpPr>
        <p:spPr>
          <a:xfrm>
            <a:off x="6035040" y="1325880"/>
            <a:ext cx="2816352" cy="3657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68" name="TextBox 21"/>
          <p:cNvSpPr txBox="1"/>
          <p:nvPr/>
        </p:nvSpPr>
        <p:spPr>
          <a:xfrm>
            <a:off x="6217920" y="1417319"/>
            <a:ext cx="2514599" cy="287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Companion app: LiDAR MetaHuman scanning</a:t>
            </a:r>
          </a:p>
        </p:txBody>
      </p:sp>
      <p:sp>
        <p:nvSpPr>
          <p:cNvPr id="2469" name="TextBox 22"/>
          <p:cNvSpPr txBox="1"/>
          <p:nvPr/>
        </p:nvSpPr>
        <p:spPr>
          <a:xfrm>
            <a:off x="6217920" y="2167127"/>
            <a:ext cx="2514599" cy="287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Cloud processing API</a:t>
            </a:r>
          </a:p>
        </p:txBody>
      </p:sp>
      <p:sp>
        <p:nvSpPr>
          <p:cNvPr id="2470" name="TextBox 23"/>
          <p:cNvSpPr txBox="1"/>
          <p:nvPr/>
        </p:nvSpPr>
        <p:spPr>
          <a:xfrm>
            <a:off x="6217920" y="2916935"/>
            <a:ext cx="2514599" cy="287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EMR/EHR integration</a:t>
            </a:r>
          </a:p>
        </p:txBody>
      </p:sp>
      <p:sp>
        <p:nvSpPr>
          <p:cNvPr id="2471" name="TextBox 24"/>
          <p:cNvSpPr txBox="1"/>
          <p:nvPr/>
        </p:nvSpPr>
        <p:spPr>
          <a:xfrm>
            <a:off x="6217920" y="3666744"/>
            <a:ext cx="2514599" cy="2878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>
                <a:solidFill>
                  <a:srgbClr val="E8E8E8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>
                <a:latin typeface="+mj-lt"/>
                <a:ea typeface="+mj-ea"/>
                <a:cs typeface="+mj-cs"/>
                <a:sym typeface="Arial"/>
              </a:rPr>
              <a:t>✓  </a:t>
            </a:r>
            <a:r>
              <a:t>MetaHuman rig auto-generation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3" name="Rectangle 1"/>
          <p:cNvSpPr/>
          <p:nvPr/>
        </p:nvSpPr>
        <p:spPr>
          <a:xfrm>
            <a:off x="0" y="-1"/>
            <a:ext cx="9144000" cy="73154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74" name="Rectangle 2"/>
          <p:cNvSpPr/>
          <p:nvPr/>
        </p:nvSpPr>
        <p:spPr>
          <a:xfrm>
            <a:off x="0" y="5070347"/>
            <a:ext cx="9144000" cy="7315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75" name="Rectangle 3"/>
          <p:cNvSpPr/>
          <p:nvPr/>
        </p:nvSpPr>
        <p:spPr>
          <a:xfrm>
            <a:off x="0" y="73151"/>
            <a:ext cx="9144000" cy="4997198"/>
          </a:xfrm>
          <a:prstGeom prst="rect">
            <a:avLst/>
          </a:prstGeom>
          <a:solidFill>
            <a:srgbClr val="E8E8E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76" name="Rectangle 4"/>
          <p:cNvSpPr/>
          <p:nvPr/>
        </p:nvSpPr>
        <p:spPr>
          <a:xfrm>
            <a:off x="-1" y="73151"/>
            <a:ext cx="502921" cy="499719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77" name="TextBox 5"/>
          <p:cNvSpPr txBox="1"/>
          <p:nvPr/>
        </p:nvSpPr>
        <p:spPr>
          <a:xfrm>
            <a:off x="731519" y="457199"/>
            <a:ext cx="8138162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ENDLESS GAMES AND LEARNING LAB</a:t>
            </a:r>
          </a:p>
        </p:txBody>
      </p:sp>
      <p:sp>
        <p:nvSpPr>
          <p:cNvPr id="2478" name="TextBox 6"/>
          <p:cNvSpPr txBox="1"/>
          <p:nvPr/>
        </p:nvSpPr>
        <p:spPr>
          <a:xfrm>
            <a:off x="731519" y="868680"/>
            <a:ext cx="8138162" cy="444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The data already exists.</a:t>
            </a:r>
          </a:p>
        </p:txBody>
      </p:sp>
      <p:sp>
        <p:nvSpPr>
          <p:cNvPr id="2479" name="TextBox 7"/>
          <p:cNvSpPr txBox="1"/>
          <p:nvPr/>
        </p:nvSpPr>
        <p:spPr>
          <a:xfrm>
            <a:off x="731519" y="1463039"/>
            <a:ext cx="8138162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We built the bridge.</a:t>
            </a:r>
          </a:p>
        </p:txBody>
      </p:sp>
      <p:sp>
        <p:nvSpPr>
          <p:cNvPr id="2480" name="Rectangle 8"/>
          <p:cNvSpPr/>
          <p:nvPr/>
        </p:nvSpPr>
        <p:spPr>
          <a:xfrm>
            <a:off x="685800" y="2148839"/>
            <a:ext cx="2011679" cy="54865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81" name="TextBox 9"/>
          <p:cNvSpPr txBox="1"/>
          <p:nvPr/>
        </p:nvSpPr>
        <p:spPr>
          <a:xfrm>
            <a:off x="731519" y="2331720"/>
            <a:ext cx="813816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C3D → FBX → Unreal Engine → Patient sees their movement in 3D, scored in real time.</a:t>
            </a:r>
          </a:p>
        </p:txBody>
      </p:sp>
      <p:sp>
        <p:nvSpPr>
          <p:cNvPr id="2482" name="Rectangle 10"/>
          <p:cNvSpPr/>
          <p:nvPr/>
        </p:nvSpPr>
        <p:spPr>
          <a:xfrm>
            <a:off x="685799" y="3063239"/>
            <a:ext cx="2560322" cy="502920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83" name="TextBox 11"/>
          <p:cNvSpPr txBox="1"/>
          <p:nvPr/>
        </p:nvSpPr>
        <p:spPr>
          <a:xfrm>
            <a:off x="795527" y="3127248"/>
            <a:ext cx="233172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Request a Live Demo</a:t>
            </a:r>
          </a:p>
        </p:txBody>
      </p:sp>
      <p:sp>
        <p:nvSpPr>
          <p:cNvPr id="2484" name="Rectangle 12"/>
          <p:cNvSpPr/>
          <p:nvPr/>
        </p:nvSpPr>
        <p:spPr>
          <a:xfrm>
            <a:off x="3474720" y="3063239"/>
            <a:ext cx="2560321" cy="502920"/>
          </a:xfrm>
          <a:prstGeom prst="rect">
            <a:avLst/>
          </a:prstGeom>
          <a:solidFill>
            <a:srgbClr val="0097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85" name="TextBox 13"/>
          <p:cNvSpPr txBox="1"/>
          <p:nvPr/>
        </p:nvSpPr>
        <p:spPr>
          <a:xfrm>
            <a:off x="3584448" y="3127248"/>
            <a:ext cx="23317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github.com/BetterCodeGoblin</a:t>
            </a:r>
          </a:p>
        </p:txBody>
      </p:sp>
      <p:sp>
        <p:nvSpPr>
          <p:cNvPr id="2486" name="TextBox 14"/>
          <p:cNvSpPr txBox="1"/>
          <p:nvPr/>
        </p:nvSpPr>
        <p:spPr>
          <a:xfrm>
            <a:off x="731519" y="3840479"/>
            <a:ext cx="813816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74747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James Sypherd  ·  sypherdj1@gmail.com  ·  ASU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026 Official ASU presentation template (from Enterprise Brand Strategy and Management)">
  <a:themeElements>
    <a:clrScheme name="2026 Official ASU presentation template (from Enterprise Brand Strategy and Management)">
      <a:dk1>
        <a:srgbClr val="191919"/>
      </a:dk1>
      <a:lt1>
        <a:srgbClr val="E8E8E8"/>
      </a:lt1>
      <a:dk2>
        <a:srgbClr val="A7A7A7"/>
      </a:dk2>
      <a:lt2>
        <a:srgbClr val="535353"/>
      </a:lt2>
      <a:accent1>
        <a:srgbClr val="FFC627"/>
      </a:accent1>
      <a:accent2>
        <a:srgbClr val="8C1D40"/>
      </a:accent2>
      <a:accent3>
        <a:srgbClr val="78BE20"/>
      </a:accent3>
      <a:accent4>
        <a:srgbClr val="FF7F32"/>
      </a:accent4>
      <a:accent5>
        <a:srgbClr val="00A3E0"/>
      </a:accent5>
      <a:accent6>
        <a:srgbClr val="CC2F2F"/>
      </a:accent6>
      <a:hlink>
        <a:srgbClr val="0000FF"/>
      </a:hlink>
      <a:folHlink>
        <a:srgbClr val="FF00FF"/>
      </a:folHlink>
    </a:clrScheme>
    <a:fontScheme name="2026 Official ASU presentation template (from Enterprise Brand Strategy and Management)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2026 Official ASU presentation template (from Enterprise Brand Strategy and Management)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191919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191919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026 Official ASU presentation template (from Enterprise Brand Strategy and Management)">
  <a:themeElements>
    <a:clrScheme name="2026 Official ASU presentation template (from Enterprise Brand Strategy and Management)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C627"/>
      </a:accent1>
      <a:accent2>
        <a:srgbClr val="8C1D40"/>
      </a:accent2>
      <a:accent3>
        <a:srgbClr val="78BE20"/>
      </a:accent3>
      <a:accent4>
        <a:srgbClr val="FF7F32"/>
      </a:accent4>
      <a:accent5>
        <a:srgbClr val="00A3E0"/>
      </a:accent5>
      <a:accent6>
        <a:srgbClr val="CC2F2F"/>
      </a:accent6>
      <a:hlink>
        <a:srgbClr val="0000FF"/>
      </a:hlink>
      <a:folHlink>
        <a:srgbClr val="FF00FF"/>
      </a:folHlink>
    </a:clrScheme>
    <a:fontScheme name="2026 Official ASU presentation template (from Enterprise Brand Strategy and Management)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2026 Official ASU presentation template (from Enterprise Brand Strategy and Management)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191919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191919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